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336" r:id="rId3"/>
    <p:sldId id="324" r:id="rId4"/>
    <p:sldId id="349" r:id="rId5"/>
    <p:sldId id="348" r:id="rId6"/>
    <p:sldId id="350" r:id="rId7"/>
    <p:sldId id="354" r:id="rId8"/>
    <p:sldId id="355" r:id="rId9"/>
    <p:sldId id="356" r:id="rId10"/>
    <p:sldId id="351" r:id="rId11"/>
    <p:sldId id="352" r:id="rId12"/>
    <p:sldId id="353" r:id="rId13"/>
    <p:sldId id="331" r:id="rId14"/>
    <p:sldId id="357" r:id="rId15"/>
    <p:sldId id="358" r:id="rId16"/>
    <p:sldId id="359" r:id="rId17"/>
    <p:sldId id="257" r:id="rId18"/>
    <p:sldId id="258" r:id="rId19"/>
    <p:sldId id="261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30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9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359AF4-9221-4E2C-9B6D-C66144B17662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7A61FF-754C-4554-BD13-13D00772D7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967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7A61FF-754C-4554-BD13-13D00772D75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10330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15475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97063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B6088-B231-C1F4-4249-28FC81E7B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D1DF9F-9300-B689-9652-8E769E109B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9602B3-AF6E-C44A-55B4-4F44E8AD2A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FB625E-D04F-8A8E-34CB-CB72032409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82997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7A61FF-754C-4554-BD13-13D00772D75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3061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21674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231AD-9CDD-7E33-A503-121556729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CCAC66-D818-C886-7705-D397C77393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4C5B57-6F17-BABB-54CC-C53B99550B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D9AC68-C555-1D3F-5A02-65A77A06DA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139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0D35F-B7F1-F080-D8DD-69F49A15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E90290-1048-F723-CFDF-223FF774FE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FC4DB2-9058-5880-81A2-27CF8C58CF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D3B074-5316-85AD-8AE5-F155D73EB2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01093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E5047-5D77-B1B6-C2FD-8B8DBE34B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6385C4-8743-C658-3377-F38D13793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F67964-C3FF-EF73-EB8A-6CE9BFC118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0E1CDD-E38F-C7DC-C26B-FD662005C4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61832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A0F93D-D61B-D82F-28EA-1850E33B8E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E2FFBA-326D-EC66-3559-23B7D514C7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F9E27D-8421-CEE1-5097-15E4356D8C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EBCEA-142B-4F85-8136-7D855703DEC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8A85B4-8F92-E1DC-32B5-FED10D5A7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4E227C-7DCE-7874-B917-68B52886B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045EB-3F34-4989-8BA0-E4BA30C35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0665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E32FC-CDB4-D9D8-DE44-52E84C0FBA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DDF3A-B40F-CF77-A4CA-9F0EC37F1A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F9770A-59D8-216F-2880-9FE81EEE1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EBCEA-142B-4F85-8136-7D855703DEC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63961F-8996-6DCA-2898-18074613D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55ECA-96A9-F0A6-1EA7-D17735B82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045EB-3F34-4989-8BA0-E4BA30C35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7407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85381-CAB5-6396-7BE9-5451EB90D3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45D441-8B94-B800-867F-794FAD29E0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4D1DD-85D3-A6AC-D00F-B3CC57C9EA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EBCEA-142B-4F85-8136-7D855703DEC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26FB2A-E811-1094-ED60-9E560A92D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641BE-041A-05B2-78C9-BC9716893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045EB-3F34-4989-8BA0-E4BA30C35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40064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C528F-68FA-DC68-15A7-90181F526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5008F3-0764-F471-5C2A-A99333DC3B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9A23A-6AB8-50B3-1DE8-A2998D37D8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D7A7E3-3C19-727D-0344-820B664DF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EBCEA-142B-4F85-8136-7D855703DEC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7D76D1-C7C6-C6E2-665B-F56E972A46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4A1006-4CA0-902D-AEBE-2D0B415FA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045EB-3F34-4989-8BA0-E4BA30C35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3042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173CB-F9A2-93C4-0727-139E3E049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BE91C4-8417-19D2-2220-9D46926C65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29CFEB-0E0A-9A5C-17AD-898FF54447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A58025-871A-58D1-4CE2-35F07E4A55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74C74A-520A-6310-1FAE-D8E92AF5EA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92E0E18-A039-1E0F-25FC-4516F9504B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EBCEA-142B-4F85-8136-7D855703DEC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B53B9E-CF69-8123-3C16-B597B9CB4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6464FB-64DB-BE3E-241D-9683738F1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045EB-3F34-4989-8BA0-E4BA30C35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9128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6C677-BB97-4844-1B4A-152D249DB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AFEA1F-ABDA-EAA3-A8F1-37646DE11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EBCEA-142B-4F85-8136-7D855703DEC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FF41B5-FEDC-C20B-0CBD-09C9E5F9D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34DE0-05D4-06E5-BC9C-8D0140B67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045EB-3F34-4989-8BA0-E4BA30C35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284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3A7F2E-6332-0B51-7851-CFBC64D04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EBCEA-142B-4F85-8136-7D855703DEC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EB1D96-75E2-F983-92CE-20627A977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812E7D-115C-D737-9D3A-8AE34AA86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045EB-3F34-4989-8BA0-E4BA30C35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981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3AF67-4EBB-9A4A-C847-7349FAB88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9EC9-B87F-C1AC-64A6-6B7A27719F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CDE059-0641-AD8C-CEF7-1408A33DED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E6C13D-B266-1408-5C18-D8E6AD7A0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EBCEA-142B-4F85-8136-7D855703DEC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1593F-A639-D4E1-96E6-D8B094EA1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5C1587-202C-7E21-5D60-F5DBF8710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045EB-3F34-4989-8BA0-E4BA30C35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0795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EB01C-3D77-49D4-3B6A-CE362F3C7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2B9778-C79D-0C1F-8B42-83A5B39AF5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F6E122-543E-780B-80E5-C7A57BE745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E89E38-35E6-23CB-6626-682C37C2A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EBCEA-142B-4F85-8136-7D855703DEC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3C5CD7-9CB7-17FC-B0E5-3A1402119D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097870-4159-FA98-4346-94C3BF1D3B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045EB-3F34-4989-8BA0-E4BA30C35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0367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8B6EF-3A63-758B-8F61-4F06518FD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A0C398-EAAC-50F2-10E0-397024E3DB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493C37-134F-7D89-A87D-3708579EE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EBCEA-142B-4F85-8136-7D855703DEC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3A933F-A302-9DE8-36F5-C5AB3A2E3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D83C88-F02E-8EC7-1D55-E4A9D463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045EB-3F34-4989-8BA0-E4BA30C35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1981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D519B4-379A-5CBD-CA28-031306E86B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86EFAA-1798-71F4-7B42-8073FC329B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AB2C74-8283-8B30-D289-A5AC076EA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EBCEA-142B-4F85-8136-7D855703DEC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62F96C-4CA5-4DB4-BDAA-4907165A9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8937A0-9923-8CD9-65E1-F1889FA15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045EB-3F34-4989-8BA0-E4BA30C35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5044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85800"/>
            <a:ext cx="9137012" cy="1280160"/>
          </a:xfrm>
        </p:spPr>
        <p:txBody>
          <a:bodyPr lIns="0" tIns="0" rIns="0" bIns="0"/>
          <a:lstStyle>
            <a:lvl1pPr>
              <a:defRPr sz="4000" b="1" cap="all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F91A5DB-A2CA-1D70-9A06-3869A288C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2327440"/>
            <a:ext cx="4846320" cy="4040574"/>
          </a:xfrm>
        </p:spPr>
        <p:txBody>
          <a:bodyPr lIns="0" tIns="0" rIns="0" bIns="0">
            <a:normAutofit/>
          </a:bodyPr>
          <a:lstStyle>
            <a:lvl1pPr marL="0" indent="0">
              <a:spcAft>
                <a:spcPts val="0"/>
              </a:spcAft>
              <a:buNone/>
              <a:defRPr sz="1800"/>
            </a:lvl1pPr>
            <a:lvl2pPr marL="228600">
              <a:spcBef>
                <a:spcPts val="1200"/>
              </a:spcBef>
              <a:defRPr sz="1800"/>
            </a:lvl2pPr>
            <a:lvl3pPr marL="685800">
              <a:spcBef>
                <a:spcPts val="1200"/>
              </a:spcBef>
              <a:defRPr sz="1800"/>
            </a:lvl3pPr>
            <a:lvl4pPr marL="1143000">
              <a:spcBef>
                <a:spcPts val="1200"/>
              </a:spcBef>
              <a:defRPr sz="1800"/>
            </a:lvl4pPr>
            <a:lvl5pPr marL="1600200"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23402" y="2327441"/>
            <a:ext cx="4846320" cy="4040574"/>
          </a:xfrm>
        </p:spPr>
        <p:txBody>
          <a:bodyPr lIns="0" tIns="0" rIns="0" bIns="0">
            <a:normAutofit/>
          </a:bodyPr>
          <a:lstStyle>
            <a:lvl1pPr marL="0" indent="0">
              <a:spcAft>
                <a:spcPts val="0"/>
              </a:spcAft>
              <a:buNone/>
              <a:defRPr sz="1800"/>
            </a:lvl1pPr>
            <a:lvl2pPr marL="228600">
              <a:spcBef>
                <a:spcPts val="1200"/>
              </a:spcBef>
              <a:defRPr sz="1800"/>
            </a:lvl2pPr>
            <a:lvl3pPr marL="685800">
              <a:spcBef>
                <a:spcPts val="1200"/>
              </a:spcBef>
              <a:defRPr sz="1800"/>
            </a:lvl3pPr>
            <a:lvl4pPr marL="1143000">
              <a:spcBef>
                <a:spcPts val="1200"/>
              </a:spcBef>
              <a:defRPr sz="1800"/>
            </a:lvl4pPr>
            <a:lvl5pPr marL="1600200"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0F34ED-DA60-4CC2-B735-B0EC5D9FE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Graphic 15">
            <a:extLst>
              <a:ext uri="{FF2B5EF4-FFF2-40B4-BE49-F238E27FC236}">
                <a16:creationId xmlns:a16="http://schemas.microsoft.com/office/drawing/2014/main" id="{A9475260-301F-4744-B1DA-7B00F6FB43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Graphic 16">
            <a:extLst>
              <a:ext uri="{FF2B5EF4-FFF2-40B4-BE49-F238E27FC236}">
                <a16:creationId xmlns:a16="http://schemas.microsoft.com/office/drawing/2014/main" id="{9BBD3F4B-0836-48C5-AC68-747456D1D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Graphic 14">
            <a:extLst>
              <a:ext uri="{FF2B5EF4-FFF2-40B4-BE49-F238E27FC236}">
                <a16:creationId xmlns:a16="http://schemas.microsoft.com/office/drawing/2014/main" id="{9B4398D5-99F4-4F83-AA77-9B4177648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D6A69CF-70D6-AB12-CD8B-FD75B7EE1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09729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0159" y="4970638"/>
            <a:ext cx="9144000" cy="1280160"/>
          </a:xfrm>
        </p:spPr>
        <p:txBody>
          <a:bodyPr lIns="0" tIns="0" rIns="0" bIns="0" anchor="b" anchorCtr="0"/>
          <a:lstStyle>
            <a:lvl1pPr algn="l">
              <a:defRPr sz="4000" b="1" cap="all" spc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F0626849-9D2D-3C95-8C10-FA8F325F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685800"/>
            <a:ext cx="4937760" cy="4023360"/>
          </a:xfrm>
        </p:spPr>
        <p:txBody>
          <a:bodyPr lIns="0" tIns="0" rIns="0" bIns="0">
            <a:no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>
              <a:spcBef>
                <a:spcPts val="1200"/>
              </a:spcBef>
              <a:defRPr sz="1800"/>
            </a:lvl2pPr>
            <a:lvl3pPr marL="914400">
              <a:spcBef>
                <a:spcPts val="1200"/>
              </a:spcBef>
              <a:defRPr sz="1800"/>
            </a:lvl3pPr>
            <a:lvl4pPr marL="1371600">
              <a:spcBef>
                <a:spcPts val="1200"/>
              </a:spcBef>
              <a:defRPr sz="1800"/>
            </a:lvl4pPr>
            <a:lvl5pPr marL="1828800"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04755" y="685800"/>
            <a:ext cx="4937760" cy="4023360"/>
          </a:xfrm>
        </p:spPr>
        <p:txBody>
          <a:bodyPr lIns="0" tIns="0" rIns="0" bIns="0">
            <a:noAutofit/>
          </a:bodyPr>
          <a:lstStyle>
            <a:lvl1pPr>
              <a:spcBef>
                <a:spcPts val="1200"/>
              </a:spcBef>
              <a:defRPr sz="1800"/>
            </a:lvl1pPr>
            <a:lvl2pPr>
              <a:spcBef>
                <a:spcPts val="1200"/>
              </a:spcBef>
              <a:defRPr sz="1800"/>
            </a:lvl2pPr>
            <a:lvl3pPr>
              <a:spcBef>
                <a:spcPts val="1200"/>
              </a:spcBef>
              <a:defRPr sz="1800"/>
            </a:lvl3pPr>
            <a:lvl4pPr>
              <a:spcBef>
                <a:spcPts val="1200"/>
              </a:spcBef>
              <a:defRPr sz="1800"/>
            </a:lvl4pPr>
            <a:lvl5pPr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717D91C-F78C-0E4C-FB27-7112AB840A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22570" y="5680647"/>
            <a:ext cx="465456" cy="581432"/>
            <a:chOff x="7843462" y="2744546"/>
            <a:chExt cx="465456" cy="581432"/>
          </a:xfrm>
        </p:grpSpPr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CC935CF3-75DF-0DC7-1B2A-E0E0205DF64B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Graphic 13">
              <a:extLst>
                <a:ext uri="{FF2B5EF4-FFF2-40B4-BE49-F238E27FC236}">
                  <a16:creationId xmlns:a16="http://schemas.microsoft.com/office/drawing/2014/main" id="{D5782BEB-6319-DEC1-F9ED-BA9201C6B9B7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Graphic 15">
              <a:extLst>
                <a:ext uri="{FF2B5EF4-FFF2-40B4-BE49-F238E27FC236}">
                  <a16:creationId xmlns:a16="http://schemas.microsoft.com/office/drawing/2014/main" id="{6E59DFAF-9794-BD12-D89A-422FFFFCE023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36444A47-BCB3-5C86-F2B8-25092BE8D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648C53D-49AB-C003-70E8-5117AF0797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96BC1DE-6696-3408-564E-2D73B126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5400000">
            <a:off x="10711518" y="5393214"/>
            <a:ext cx="1097341" cy="736658"/>
            <a:chOff x="10508317" y="446637"/>
            <a:chExt cx="1097341" cy="736658"/>
          </a:xfrm>
        </p:grpSpPr>
        <p:sp>
          <p:nvSpPr>
            <p:cNvPr id="25" name="Graphic 15">
              <a:extLst>
                <a:ext uri="{FF2B5EF4-FFF2-40B4-BE49-F238E27FC236}">
                  <a16:creationId xmlns:a16="http://schemas.microsoft.com/office/drawing/2014/main" id="{268EB1E4-29D6-C3F5-BCBB-FB7E7EE5C2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08317" y="492206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" name="Graphic 16">
              <a:extLst>
                <a:ext uri="{FF2B5EF4-FFF2-40B4-BE49-F238E27FC236}">
                  <a16:creationId xmlns:a16="http://schemas.microsoft.com/office/drawing/2014/main" id="{09524D46-140F-2F4F-430B-F59815A07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477944" y="1055581"/>
              <a:ext cx="127714" cy="127714"/>
            </a:xfrm>
            <a:custGeom>
              <a:avLst/>
              <a:gdLst>
                <a:gd name="connsiteX0" fmla="*/ 63857 w 127714"/>
                <a:gd name="connsiteY0" fmla="*/ 18874 h 127714"/>
                <a:gd name="connsiteX1" fmla="*/ 108840 w 127714"/>
                <a:gd name="connsiteY1" fmla="*/ 63857 h 127714"/>
                <a:gd name="connsiteX2" fmla="*/ 63857 w 127714"/>
                <a:gd name="connsiteY2" fmla="*/ 108840 h 127714"/>
                <a:gd name="connsiteX3" fmla="*/ 18874 w 127714"/>
                <a:gd name="connsiteY3" fmla="*/ 63857 h 127714"/>
                <a:gd name="connsiteX4" fmla="*/ 63857 w 127714"/>
                <a:gd name="connsiteY4" fmla="*/ 18874 h 127714"/>
                <a:gd name="connsiteX5" fmla="*/ 63857 w 127714"/>
                <a:gd name="connsiteY5" fmla="*/ 0 h 127714"/>
                <a:gd name="connsiteX6" fmla="*/ 0 w 127714"/>
                <a:gd name="connsiteY6" fmla="*/ 63857 h 127714"/>
                <a:gd name="connsiteX7" fmla="*/ 63857 w 127714"/>
                <a:gd name="connsiteY7" fmla="*/ 127714 h 127714"/>
                <a:gd name="connsiteX8" fmla="*/ 127714 w 127714"/>
                <a:gd name="connsiteY8" fmla="*/ 63857 h 127714"/>
                <a:gd name="connsiteX9" fmla="*/ 63857 w 127714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4" h="127714">
                  <a:moveTo>
                    <a:pt x="63857" y="18874"/>
                  </a:moveTo>
                  <a:cubicBezTo>
                    <a:pt x="88700" y="18874"/>
                    <a:pt x="108840" y="39014"/>
                    <a:pt x="108840" y="63857"/>
                  </a:cubicBezTo>
                  <a:cubicBezTo>
                    <a:pt x="108840" y="88700"/>
                    <a:pt x="88700" y="108840"/>
                    <a:pt x="63857" y="108840"/>
                  </a:cubicBezTo>
                  <a:cubicBezTo>
                    <a:pt x="39014" y="108840"/>
                    <a:pt x="18874" y="88700"/>
                    <a:pt x="18874" y="63857"/>
                  </a:cubicBezTo>
                  <a:cubicBezTo>
                    <a:pt x="18898" y="39024"/>
                    <a:pt x="39024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4" y="99124"/>
                    <a:pt x="127714" y="63857"/>
                  </a:cubicBezTo>
                  <a:cubicBezTo>
                    <a:pt x="127714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2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" name="Graphic 14">
              <a:extLst>
                <a:ext uri="{FF2B5EF4-FFF2-40B4-BE49-F238E27FC236}">
                  <a16:creationId xmlns:a16="http://schemas.microsoft.com/office/drawing/2014/main" id="{AC75143B-C717-8D04-743C-B40FB5EFB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41555" y="446637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92598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0"/>
                <a:lumOff val="100000"/>
              </a:schemeClr>
            </a:gs>
            <a:gs pos="35000">
              <a:schemeClr val="accent5">
                <a:lumMod val="0"/>
                <a:lumOff val="100000"/>
              </a:schemeClr>
            </a:gs>
            <a:gs pos="100000">
              <a:schemeClr val="accent5">
                <a:lumMod val="10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ECD4BC-B785-9225-27CF-6E6975905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CA784E-FAB7-6127-8CC6-94BAF016B9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A9BAF1-F1AF-74DE-5942-513AB5428E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3EBCEA-142B-4F85-8136-7D855703DEC8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6FDC9-34F8-91D6-B5FA-906CA4FE97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4580A1-7709-BC54-6FEF-8A0DECC6B5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7045EB-3F34-4989-8BA0-E4BA30C35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185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3" Type="http://schemas.openxmlformats.org/officeDocument/2006/relationships/image" Target="../media/image9.svg"/><Relationship Id="rId7" Type="http://schemas.openxmlformats.org/officeDocument/2006/relationships/image" Target="../media/image13.png"/><Relationship Id="rId12" Type="http://schemas.openxmlformats.org/officeDocument/2006/relationships/image" Target="../media/image18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sv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3" Type="http://schemas.openxmlformats.org/officeDocument/2006/relationships/image" Target="../media/image9.svg"/><Relationship Id="rId7" Type="http://schemas.openxmlformats.org/officeDocument/2006/relationships/image" Target="../media/image13.png"/><Relationship Id="rId12" Type="http://schemas.openxmlformats.org/officeDocument/2006/relationships/image" Target="../media/image18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sv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3" Type="http://schemas.openxmlformats.org/officeDocument/2006/relationships/image" Target="../media/image9.svg"/><Relationship Id="rId7" Type="http://schemas.openxmlformats.org/officeDocument/2006/relationships/image" Target="../media/image13.png"/><Relationship Id="rId12" Type="http://schemas.openxmlformats.org/officeDocument/2006/relationships/image" Target="../media/image18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sv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89000"/>
              </a:schemeClr>
            </a:gs>
            <a:gs pos="23000">
              <a:schemeClr val="accent5">
                <a:lumMod val="89000"/>
              </a:schemeClr>
            </a:gs>
            <a:gs pos="69000">
              <a:schemeClr val="accent5">
                <a:lumMod val="75000"/>
              </a:schemeClr>
            </a:gs>
            <a:gs pos="97000">
              <a:schemeClr val="accent5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8CC6D25E-78B1-4367-B323-E1F0E2A75037}"/>
              </a:ext>
            </a:extLst>
          </p:cNvPr>
          <p:cNvSpPr/>
          <p:nvPr/>
        </p:nvSpPr>
        <p:spPr>
          <a:xfrm>
            <a:off x="-1523" y="0"/>
            <a:ext cx="12191999" cy="6858000"/>
          </a:xfrm>
          <a:custGeom>
            <a:avLst/>
            <a:gdLst/>
            <a:ahLst/>
            <a:cxnLst/>
            <a:rect l="l" t="t" r="r" b="b"/>
            <a:pathLst>
              <a:path w="12191999" h="6858000">
                <a:moveTo>
                  <a:pt x="4621316" y="4981080"/>
                </a:moveTo>
                <a:lnTo>
                  <a:pt x="4689976" y="4981080"/>
                </a:lnTo>
                <a:cubicBezTo>
                  <a:pt x="4734100" y="4981080"/>
                  <a:pt x="4772452" y="4990565"/>
                  <a:pt x="4805029" y="5009534"/>
                </a:cubicBezTo>
                <a:cubicBezTo>
                  <a:pt x="4837607" y="5028503"/>
                  <a:pt x="4862659" y="5055308"/>
                  <a:pt x="4880185" y="5089948"/>
                </a:cubicBezTo>
                <a:cubicBezTo>
                  <a:pt x="4897711" y="5124587"/>
                  <a:pt x="4906475" y="5163557"/>
                  <a:pt x="4906475" y="5206857"/>
                </a:cubicBezTo>
                <a:cubicBezTo>
                  <a:pt x="4906475" y="5281085"/>
                  <a:pt x="4887402" y="5340158"/>
                  <a:pt x="4849257" y="5384076"/>
                </a:cubicBezTo>
                <a:cubicBezTo>
                  <a:pt x="4811112" y="5427994"/>
                  <a:pt x="4760080" y="5449954"/>
                  <a:pt x="4696162" y="5449954"/>
                </a:cubicBezTo>
                <a:lnTo>
                  <a:pt x="4621316" y="5449954"/>
                </a:lnTo>
                <a:close/>
                <a:moveTo>
                  <a:pt x="6555723" y="4772004"/>
                </a:moveTo>
                <a:lnTo>
                  <a:pt x="6767272" y="5659029"/>
                </a:lnTo>
                <a:lnTo>
                  <a:pt x="7067896" y="5659029"/>
                </a:lnTo>
                <a:lnTo>
                  <a:pt x="7200888" y="5153660"/>
                </a:lnTo>
                <a:cubicBezTo>
                  <a:pt x="7206661" y="5132629"/>
                  <a:pt x="7212641" y="5096752"/>
                  <a:pt x="7218826" y="5046029"/>
                </a:cubicBezTo>
                <a:lnTo>
                  <a:pt x="7221300" y="5046029"/>
                </a:lnTo>
                <a:cubicBezTo>
                  <a:pt x="7225837" y="5103350"/>
                  <a:pt x="7229960" y="5139227"/>
                  <a:pt x="7233672" y="5153660"/>
                </a:cubicBezTo>
                <a:lnTo>
                  <a:pt x="7356767" y="5659029"/>
                </a:lnTo>
                <a:lnTo>
                  <a:pt x="7640689" y="5659029"/>
                </a:lnTo>
                <a:lnTo>
                  <a:pt x="7864610" y="4772004"/>
                </a:lnTo>
                <a:lnTo>
                  <a:pt x="7601101" y="4772004"/>
                </a:lnTo>
                <a:lnTo>
                  <a:pt x="7523780" y="5294075"/>
                </a:lnTo>
                <a:lnTo>
                  <a:pt x="7515738" y="5380056"/>
                </a:lnTo>
                <a:lnTo>
                  <a:pt x="7513883" y="5401705"/>
                </a:lnTo>
                <a:lnTo>
                  <a:pt x="7511408" y="5401705"/>
                </a:lnTo>
                <a:lnTo>
                  <a:pt x="7505223" y="5350364"/>
                </a:lnTo>
                <a:lnTo>
                  <a:pt x="7497181" y="5297786"/>
                </a:lnTo>
                <a:lnTo>
                  <a:pt x="7383365" y="4772004"/>
                </a:lnTo>
                <a:lnTo>
                  <a:pt x="7092020" y="4772004"/>
                </a:lnTo>
                <a:lnTo>
                  <a:pt x="6955317" y="5290363"/>
                </a:lnTo>
                <a:cubicBezTo>
                  <a:pt x="6951605" y="5303147"/>
                  <a:pt x="6947688" y="5322426"/>
                  <a:pt x="6943564" y="5348199"/>
                </a:cubicBezTo>
                <a:cubicBezTo>
                  <a:pt x="6939440" y="5373973"/>
                  <a:pt x="6936966" y="5392221"/>
                  <a:pt x="6936141" y="5402943"/>
                </a:cubicBezTo>
                <a:lnTo>
                  <a:pt x="6932430" y="5402943"/>
                </a:lnTo>
                <a:lnTo>
                  <a:pt x="6928718" y="5351602"/>
                </a:lnTo>
                <a:cubicBezTo>
                  <a:pt x="6926244" y="5319848"/>
                  <a:pt x="6924388" y="5300673"/>
                  <a:pt x="6923151" y="5294075"/>
                </a:cubicBezTo>
                <a:lnTo>
                  <a:pt x="6848923" y="4772004"/>
                </a:lnTo>
                <a:close/>
                <a:moveTo>
                  <a:pt x="5754269" y="4772004"/>
                </a:moveTo>
                <a:lnTo>
                  <a:pt x="5754269" y="5659029"/>
                </a:lnTo>
                <a:lnTo>
                  <a:pt x="6021490" y="5659029"/>
                </a:lnTo>
                <a:lnTo>
                  <a:pt x="6021490" y="5222940"/>
                </a:lnTo>
                <a:lnTo>
                  <a:pt x="6024583" y="5222940"/>
                </a:lnTo>
                <a:cubicBezTo>
                  <a:pt x="6027057" y="5234074"/>
                  <a:pt x="6034893" y="5254486"/>
                  <a:pt x="6048088" y="5284178"/>
                </a:cubicBezTo>
                <a:lnTo>
                  <a:pt x="6244793" y="5659029"/>
                </a:lnTo>
                <a:lnTo>
                  <a:pt x="6568922" y="5659029"/>
                </a:lnTo>
                <a:lnTo>
                  <a:pt x="6293041" y="5195104"/>
                </a:lnTo>
                <a:lnTo>
                  <a:pt x="6544798" y="4772004"/>
                </a:lnTo>
                <a:lnTo>
                  <a:pt x="6228091" y="4772004"/>
                </a:lnTo>
                <a:lnTo>
                  <a:pt x="6051181" y="5132010"/>
                </a:lnTo>
                <a:cubicBezTo>
                  <a:pt x="6041284" y="5150980"/>
                  <a:pt x="6032418" y="5171599"/>
                  <a:pt x="6024583" y="5193867"/>
                </a:cubicBezTo>
                <a:lnTo>
                  <a:pt x="6021490" y="5193867"/>
                </a:lnTo>
                <a:lnTo>
                  <a:pt x="6021490" y="4772004"/>
                </a:lnTo>
                <a:close/>
                <a:moveTo>
                  <a:pt x="5316119" y="4772004"/>
                </a:moveTo>
                <a:lnTo>
                  <a:pt x="5316119" y="5659029"/>
                </a:lnTo>
                <a:lnTo>
                  <a:pt x="5583341" y="5659029"/>
                </a:lnTo>
                <a:lnTo>
                  <a:pt x="5583341" y="4772004"/>
                </a:lnTo>
                <a:close/>
                <a:moveTo>
                  <a:pt x="4354094" y="4772004"/>
                </a:moveTo>
                <a:lnTo>
                  <a:pt x="4354094" y="5659029"/>
                </a:lnTo>
                <a:lnTo>
                  <a:pt x="4729564" y="5659029"/>
                </a:lnTo>
                <a:cubicBezTo>
                  <a:pt x="4821112" y="5659029"/>
                  <a:pt x="4901938" y="5640266"/>
                  <a:pt x="4972043" y="5602740"/>
                </a:cubicBezTo>
                <a:cubicBezTo>
                  <a:pt x="5042147" y="5565213"/>
                  <a:pt x="5096065" y="5511913"/>
                  <a:pt x="5133798" y="5442840"/>
                </a:cubicBezTo>
                <a:cubicBezTo>
                  <a:pt x="5171530" y="5373767"/>
                  <a:pt x="5190397" y="5294281"/>
                  <a:pt x="5190397" y="5204383"/>
                </a:cubicBezTo>
                <a:cubicBezTo>
                  <a:pt x="5190397" y="4916130"/>
                  <a:pt x="5034105" y="4772004"/>
                  <a:pt x="4721523" y="4772004"/>
                </a:cubicBezTo>
                <a:close/>
                <a:moveTo>
                  <a:pt x="9781345" y="3412876"/>
                </a:moveTo>
                <a:cubicBezTo>
                  <a:pt x="9839884" y="3412876"/>
                  <a:pt x="9886021" y="3438177"/>
                  <a:pt x="9919755" y="3488778"/>
                </a:cubicBezTo>
                <a:cubicBezTo>
                  <a:pt x="9953489" y="3539380"/>
                  <a:pt x="9970357" y="3608585"/>
                  <a:pt x="9970357" y="3696393"/>
                </a:cubicBezTo>
                <a:cubicBezTo>
                  <a:pt x="9970357" y="3752452"/>
                  <a:pt x="9962171" y="3800821"/>
                  <a:pt x="9945800" y="3841501"/>
                </a:cubicBezTo>
                <a:cubicBezTo>
                  <a:pt x="9929429" y="3882181"/>
                  <a:pt x="9906361" y="3913434"/>
                  <a:pt x="9876595" y="3935262"/>
                </a:cubicBezTo>
                <a:cubicBezTo>
                  <a:pt x="9846830" y="3957091"/>
                  <a:pt x="9813343" y="3968005"/>
                  <a:pt x="9776136" y="3968005"/>
                </a:cubicBezTo>
                <a:cubicBezTo>
                  <a:pt x="9715117" y="3968005"/>
                  <a:pt x="9666872" y="3943696"/>
                  <a:pt x="9631401" y="3895079"/>
                </a:cubicBezTo>
                <a:cubicBezTo>
                  <a:pt x="9595930" y="3846462"/>
                  <a:pt x="9578195" y="3778745"/>
                  <a:pt x="9578195" y="3691928"/>
                </a:cubicBezTo>
                <a:cubicBezTo>
                  <a:pt x="9578195" y="3603128"/>
                  <a:pt x="9596054" y="3534419"/>
                  <a:pt x="9631773" y="3485802"/>
                </a:cubicBezTo>
                <a:cubicBezTo>
                  <a:pt x="9667492" y="3437184"/>
                  <a:pt x="9717349" y="3412876"/>
                  <a:pt x="9781345" y="3412876"/>
                </a:cubicBezTo>
                <a:close/>
                <a:moveTo>
                  <a:pt x="1075496" y="3412876"/>
                </a:moveTo>
                <a:cubicBezTo>
                  <a:pt x="1134035" y="3412876"/>
                  <a:pt x="1180172" y="3438177"/>
                  <a:pt x="1213907" y="3488778"/>
                </a:cubicBezTo>
                <a:cubicBezTo>
                  <a:pt x="1247641" y="3539380"/>
                  <a:pt x="1264508" y="3608585"/>
                  <a:pt x="1264508" y="3696393"/>
                </a:cubicBezTo>
                <a:cubicBezTo>
                  <a:pt x="1264508" y="3752452"/>
                  <a:pt x="1256322" y="3800821"/>
                  <a:pt x="1239951" y="3841501"/>
                </a:cubicBezTo>
                <a:cubicBezTo>
                  <a:pt x="1223580" y="3882181"/>
                  <a:pt x="1200512" y="3913434"/>
                  <a:pt x="1170746" y="3935262"/>
                </a:cubicBezTo>
                <a:cubicBezTo>
                  <a:pt x="1140981" y="3957091"/>
                  <a:pt x="1107494" y="3968005"/>
                  <a:pt x="1070287" y="3968005"/>
                </a:cubicBezTo>
                <a:cubicBezTo>
                  <a:pt x="1009268" y="3968005"/>
                  <a:pt x="961022" y="3943696"/>
                  <a:pt x="925552" y="3895079"/>
                </a:cubicBezTo>
                <a:cubicBezTo>
                  <a:pt x="890081" y="3846462"/>
                  <a:pt x="872346" y="3778745"/>
                  <a:pt x="872346" y="3691928"/>
                </a:cubicBezTo>
                <a:cubicBezTo>
                  <a:pt x="872346" y="3603128"/>
                  <a:pt x="890205" y="3534419"/>
                  <a:pt x="925924" y="3485802"/>
                </a:cubicBezTo>
                <a:cubicBezTo>
                  <a:pt x="961643" y="3437184"/>
                  <a:pt x="1011500" y="3412876"/>
                  <a:pt x="1075496" y="3412876"/>
                </a:cubicBezTo>
                <a:close/>
                <a:moveTo>
                  <a:pt x="7107351" y="3389063"/>
                </a:moveTo>
                <a:lnTo>
                  <a:pt x="7114792" y="3389063"/>
                </a:lnTo>
                <a:cubicBezTo>
                  <a:pt x="7118761" y="3426271"/>
                  <a:pt x="7125954" y="3466206"/>
                  <a:pt x="7136372" y="3508870"/>
                </a:cubicBezTo>
                <a:lnTo>
                  <a:pt x="7210786" y="3799085"/>
                </a:lnTo>
                <a:lnTo>
                  <a:pt x="7006892" y="3799085"/>
                </a:lnTo>
                <a:cubicBezTo>
                  <a:pt x="7060966" y="3592214"/>
                  <a:pt x="7090980" y="3475136"/>
                  <a:pt x="7096933" y="3447850"/>
                </a:cubicBezTo>
                <a:cubicBezTo>
                  <a:pt x="7102886" y="3420565"/>
                  <a:pt x="7106359" y="3400969"/>
                  <a:pt x="7107351" y="3389063"/>
                </a:cubicBezTo>
                <a:close/>
                <a:moveTo>
                  <a:pt x="2073835" y="3379390"/>
                </a:moveTo>
                <a:lnTo>
                  <a:pt x="2140064" y="3379390"/>
                </a:lnTo>
                <a:cubicBezTo>
                  <a:pt x="2186697" y="3379390"/>
                  <a:pt x="2220927" y="3389807"/>
                  <a:pt x="2242756" y="3410643"/>
                </a:cubicBezTo>
                <a:cubicBezTo>
                  <a:pt x="2264584" y="3431479"/>
                  <a:pt x="2275498" y="3459757"/>
                  <a:pt x="2275498" y="3495475"/>
                </a:cubicBezTo>
                <a:cubicBezTo>
                  <a:pt x="2275498" y="3532186"/>
                  <a:pt x="2262351" y="3562696"/>
                  <a:pt x="2236058" y="3587005"/>
                </a:cubicBezTo>
                <a:cubicBezTo>
                  <a:pt x="2209765" y="3611313"/>
                  <a:pt x="2175039" y="3623468"/>
                  <a:pt x="2131878" y="3623468"/>
                </a:cubicBezTo>
                <a:lnTo>
                  <a:pt x="2073835" y="3623468"/>
                </a:lnTo>
                <a:close/>
                <a:moveTo>
                  <a:pt x="10458216" y="3156892"/>
                </a:moveTo>
                <a:lnTo>
                  <a:pt x="10458216" y="4223989"/>
                </a:lnTo>
                <a:lnTo>
                  <a:pt x="10755872" y="4223989"/>
                </a:lnTo>
                <a:lnTo>
                  <a:pt x="10755872" y="3776016"/>
                </a:lnTo>
                <a:cubicBezTo>
                  <a:pt x="10755872" y="3710532"/>
                  <a:pt x="10754384" y="3651497"/>
                  <a:pt x="10751407" y="3598911"/>
                </a:cubicBezTo>
                <a:lnTo>
                  <a:pt x="10754384" y="3598911"/>
                </a:lnTo>
                <a:cubicBezTo>
                  <a:pt x="10773236" y="3631653"/>
                  <a:pt x="10797544" y="3668364"/>
                  <a:pt x="10827309" y="3709044"/>
                </a:cubicBezTo>
                <a:lnTo>
                  <a:pt x="11203845" y="4223989"/>
                </a:lnTo>
                <a:lnTo>
                  <a:pt x="11485874" y="4223989"/>
                </a:lnTo>
                <a:lnTo>
                  <a:pt x="11485874" y="3156892"/>
                </a:lnTo>
                <a:lnTo>
                  <a:pt x="11188218" y="3156892"/>
                </a:lnTo>
                <a:lnTo>
                  <a:pt x="11188218" y="3635374"/>
                </a:lnTo>
                <a:cubicBezTo>
                  <a:pt x="11188218" y="3688952"/>
                  <a:pt x="11189706" y="3726655"/>
                  <a:pt x="11192682" y="3748483"/>
                </a:cubicBezTo>
                <a:lnTo>
                  <a:pt x="11189706" y="3748483"/>
                </a:lnTo>
                <a:cubicBezTo>
                  <a:pt x="11186729" y="3741538"/>
                  <a:pt x="11182389" y="3733600"/>
                  <a:pt x="11176683" y="3724671"/>
                </a:cubicBezTo>
                <a:cubicBezTo>
                  <a:pt x="11170979" y="3715741"/>
                  <a:pt x="11164902" y="3706563"/>
                  <a:pt x="11158452" y="3697137"/>
                </a:cubicBezTo>
                <a:cubicBezTo>
                  <a:pt x="11152003" y="3687712"/>
                  <a:pt x="11145554" y="3678534"/>
                  <a:pt x="11139104" y="3669605"/>
                </a:cubicBezTo>
                <a:cubicBezTo>
                  <a:pt x="11132656" y="3660675"/>
                  <a:pt x="11127198" y="3652985"/>
                  <a:pt x="11122733" y="3646536"/>
                </a:cubicBezTo>
                <a:lnTo>
                  <a:pt x="10761825" y="3156892"/>
                </a:lnTo>
                <a:close/>
                <a:moveTo>
                  <a:pt x="8762765" y="3156892"/>
                </a:moveTo>
                <a:lnTo>
                  <a:pt x="8762765" y="4223989"/>
                </a:lnTo>
                <a:lnTo>
                  <a:pt x="9084234" y="4223989"/>
                </a:lnTo>
                <a:lnTo>
                  <a:pt x="9084234" y="3156892"/>
                </a:lnTo>
                <a:close/>
                <a:moveTo>
                  <a:pt x="7709360" y="3156892"/>
                </a:moveTo>
                <a:lnTo>
                  <a:pt x="7709360" y="3408411"/>
                </a:lnTo>
                <a:lnTo>
                  <a:pt x="8007761" y="3408411"/>
                </a:lnTo>
                <a:lnTo>
                  <a:pt x="8007761" y="4223989"/>
                </a:lnTo>
                <a:lnTo>
                  <a:pt x="8330718" y="4223989"/>
                </a:lnTo>
                <a:lnTo>
                  <a:pt x="8330718" y="3408411"/>
                </a:lnTo>
                <a:lnTo>
                  <a:pt x="8632839" y="3408411"/>
                </a:lnTo>
                <a:lnTo>
                  <a:pt x="8632839" y="3156892"/>
                </a:lnTo>
                <a:close/>
                <a:moveTo>
                  <a:pt x="6921315" y="3156892"/>
                </a:moveTo>
                <a:lnTo>
                  <a:pt x="6553710" y="4223989"/>
                </a:lnTo>
                <a:lnTo>
                  <a:pt x="6901224" y="4223989"/>
                </a:lnTo>
                <a:lnTo>
                  <a:pt x="6951825" y="4027536"/>
                </a:lnTo>
                <a:lnTo>
                  <a:pt x="7270317" y="4027536"/>
                </a:lnTo>
                <a:lnTo>
                  <a:pt x="7317198" y="4223989"/>
                </a:lnTo>
                <a:lnTo>
                  <a:pt x="7666200" y="4223989"/>
                </a:lnTo>
                <a:lnTo>
                  <a:pt x="7320175" y="3156892"/>
                </a:lnTo>
                <a:close/>
                <a:moveTo>
                  <a:pt x="5638120" y="3156892"/>
                </a:moveTo>
                <a:lnTo>
                  <a:pt x="5638120" y="3408411"/>
                </a:lnTo>
                <a:lnTo>
                  <a:pt x="6100231" y="3408411"/>
                </a:lnTo>
                <a:lnTo>
                  <a:pt x="5607610" y="3998514"/>
                </a:lnTo>
                <a:lnTo>
                  <a:pt x="5607610" y="4223989"/>
                </a:lnTo>
                <a:lnTo>
                  <a:pt x="6502811" y="4223989"/>
                </a:lnTo>
                <a:lnTo>
                  <a:pt x="6502811" y="3972469"/>
                </a:lnTo>
                <a:lnTo>
                  <a:pt x="6020608" y="3972469"/>
                </a:lnTo>
                <a:lnTo>
                  <a:pt x="6487184" y="3380878"/>
                </a:lnTo>
                <a:lnTo>
                  <a:pt x="6487184" y="3156892"/>
                </a:lnTo>
                <a:close/>
                <a:moveTo>
                  <a:pt x="5133742" y="3156892"/>
                </a:moveTo>
                <a:lnTo>
                  <a:pt x="5133742" y="4223989"/>
                </a:lnTo>
                <a:lnTo>
                  <a:pt x="5455210" y="4223989"/>
                </a:lnTo>
                <a:lnTo>
                  <a:pt x="5455210" y="3156892"/>
                </a:lnTo>
                <a:close/>
                <a:moveTo>
                  <a:pt x="3895492" y="3156892"/>
                </a:moveTo>
                <a:lnTo>
                  <a:pt x="3895492" y="4223989"/>
                </a:lnTo>
                <a:lnTo>
                  <a:pt x="4193148" y="4223989"/>
                </a:lnTo>
                <a:lnTo>
                  <a:pt x="4193148" y="3776016"/>
                </a:lnTo>
                <a:cubicBezTo>
                  <a:pt x="4193148" y="3710532"/>
                  <a:pt x="4191660" y="3651497"/>
                  <a:pt x="4188683" y="3598911"/>
                </a:cubicBezTo>
                <a:lnTo>
                  <a:pt x="4191660" y="3598911"/>
                </a:lnTo>
                <a:cubicBezTo>
                  <a:pt x="4210511" y="3631653"/>
                  <a:pt x="4234819" y="3668364"/>
                  <a:pt x="4264585" y="3709044"/>
                </a:cubicBezTo>
                <a:lnTo>
                  <a:pt x="4641121" y="4223989"/>
                </a:lnTo>
                <a:lnTo>
                  <a:pt x="4923150" y="4223989"/>
                </a:lnTo>
                <a:lnTo>
                  <a:pt x="4923150" y="3156892"/>
                </a:lnTo>
                <a:lnTo>
                  <a:pt x="4625493" y="3156892"/>
                </a:lnTo>
                <a:lnTo>
                  <a:pt x="4625493" y="3635374"/>
                </a:lnTo>
                <a:cubicBezTo>
                  <a:pt x="4625493" y="3688952"/>
                  <a:pt x="4626981" y="3726655"/>
                  <a:pt x="4629959" y="3748483"/>
                </a:cubicBezTo>
                <a:lnTo>
                  <a:pt x="4626981" y="3748483"/>
                </a:lnTo>
                <a:cubicBezTo>
                  <a:pt x="4624005" y="3741538"/>
                  <a:pt x="4619665" y="3733600"/>
                  <a:pt x="4613959" y="3724671"/>
                </a:cubicBezTo>
                <a:cubicBezTo>
                  <a:pt x="4608254" y="3715741"/>
                  <a:pt x="4602177" y="3706563"/>
                  <a:pt x="4595728" y="3697137"/>
                </a:cubicBezTo>
                <a:cubicBezTo>
                  <a:pt x="4589278" y="3687712"/>
                  <a:pt x="4582829" y="3678534"/>
                  <a:pt x="4576380" y="3669605"/>
                </a:cubicBezTo>
                <a:cubicBezTo>
                  <a:pt x="4569931" y="3660675"/>
                  <a:pt x="4564474" y="3652985"/>
                  <a:pt x="4560009" y="3646536"/>
                </a:cubicBezTo>
                <a:lnTo>
                  <a:pt x="4199101" y="3156892"/>
                </a:lnTo>
                <a:close/>
                <a:moveTo>
                  <a:pt x="1752367" y="3156892"/>
                </a:moveTo>
                <a:lnTo>
                  <a:pt x="1752367" y="4223989"/>
                </a:lnTo>
                <a:lnTo>
                  <a:pt x="2073835" y="4223989"/>
                </a:lnTo>
                <a:lnTo>
                  <a:pt x="2073835" y="3848942"/>
                </a:lnTo>
                <a:lnTo>
                  <a:pt x="2086486" y="3848942"/>
                </a:lnTo>
                <a:cubicBezTo>
                  <a:pt x="2115259" y="3848942"/>
                  <a:pt x="2141924" y="3861841"/>
                  <a:pt x="2166481" y="3887637"/>
                </a:cubicBezTo>
                <a:cubicBezTo>
                  <a:pt x="2191037" y="3913434"/>
                  <a:pt x="2211006" y="3948905"/>
                  <a:pt x="2226384" y="3994050"/>
                </a:cubicBezTo>
                <a:lnTo>
                  <a:pt x="2306007" y="4223989"/>
                </a:lnTo>
                <a:lnTo>
                  <a:pt x="2668404" y="4223989"/>
                </a:lnTo>
                <a:lnTo>
                  <a:pt x="2563480" y="3952378"/>
                </a:lnTo>
                <a:cubicBezTo>
                  <a:pt x="2539668" y="3890862"/>
                  <a:pt x="2512754" y="3844477"/>
                  <a:pt x="2482740" y="3813223"/>
                </a:cubicBezTo>
                <a:cubicBezTo>
                  <a:pt x="2452727" y="3781969"/>
                  <a:pt x="2415148" y="3759397"/>
                  <a:pt x="2370003" y="3745507"/>
                </a:cubicBezTo>
                <a:lnTo>
                  <a:pt x="2370003" y="3742530"/>
                </a:lnTo>
                <a:cubicBezTo>
                  <a:pt x="2451859" y="3720206"/>
                  <a:pt x="2513499" y="3684239"/>
                  <a:pt x="2554922" y="3634630"/>
                </a:cubicBezTo>
                <a:cubicBezTo>
                  <a:pt x="2596346" y="3585020"/>
                  <a:pt x="2617058" y="3523505"/>
                  <a:pt x="2617058" y="3450083"/>
                </a:cubicBezTo>
                <a:cubicBezTo>
                  <a:pt x="2617058" y="3352352"/>
                  <a:pt x="2581463" y="3279055"/>
                  <a:pt x="2510274" y="3230190"/>
                </a:cubicBezTo>
                <a:cubicBezTo>
                  <a:pt x="2439085" y="3181324"/>
                  <a:pt x="2328828" y="3156892"/>
                  <a:pt x="2179503" y="3156892"/>
                </a:cubicBezTo>
                <a:close/>
                <a:moveTo>
                  <a:pt x="9784322" y="3139033"/>
                </a:moveTo>
                <a:cubicBezTo>
                  <a:pt x="9678157" y="3139033"/>
                  <a:pt x="9583404" y="3162721"/>
                  <a:pt x="9500060" y="3210098"/>
                </a:cubicBezTo>
                <a:cubicBezTo>
                  <a:pt x="9416716" y="3257475"/>
                  <a:pt x="9351976" y="3324571"/>
                  <a:pt x="9305839" y="3411388"/>
                </a:cubicBezTo>
                <a:cubicBezTo>
                  <a:pt x="9259703" y="3498204"/>
                  <a:pt x="9236634" y="3595934"/>
                  <a:pt x="9236634" y="3704579"/>
                </a:cubicBezTo>
                <a:cubicBezTo>
                  <a:pt x="9236634" y="3808263"/>
                  <a:pt x="9259455" y="3901156"/>
                  <a:pt x="9305095" y="3983260"/>
                </a:cubicBezTo>
                <a:cubicBezTo>
                  <a:pt x="9350736" y="4065363"/>
                  <a:pt x="9414608" y="4129111"/>
                  <a:pt x="9496711" y="4174504"/>
                </a:cubicBezTo>
                <a:cubicBezTo>
                  <a:pt x="9578815" y="4219896"/>
                  <a:pt x="9669972" y="4242593"/>
                  <a:pt x="9770183" y="4242593"/>
                </a:cubicBezTo>
                <a:cubicBezTo>
                  <a:pt x="9872875" y="4242593"/>
                  <a:pt x="9965644" y="4219152"/>
                  <a:pt x="10048492" y="4172271"/>
                </a:cubicBezTo>
                <a:cubicBezTo>
                  <a:pt x="10131339" y="4125390"/>
                  <a:pt x="10195832" y="4059658"/>
                  <a:pt x="10241968" y="3975074"/>
                </a:cubicBezTo>
                <a:cubicBezTo>
                  <a:pt x="10288105" y="3890490"/>
                  <a:pt x="10311173" y="3794620"/>
                  <a:pt x="10311173" y="3687464"/>
                </a:cubicBezTo>
                <a:cubicBezTo>
                  <a:pt x="10311173" y="3580804"/>
                  <a:pt x="10289221" y="3485429"/>
                  <a:pt x="10245317" y="3401342"/>
                </a:cubicBezTo>
                <a:cubicBezTo>
                  <a:pt x="10201413" y="3317254"/>
                  <a:pt x="10139153" y="3252514"/>
                  <a:pt x="10058538" y="3207121"/>
                </a:cubicBezTo>
                <a:cubicBezTo>
                  <a:pt x="9977922" y="3161728"/>
                  <a:pt x="9886517" y="3139033"/>
                  <a:pt x="9784322" y="3139033"/>
                </a:cubicBezTo>
                <a:close/>
                <a:moveTo>
                  <a:pt x="3354650" y="3139033"/>
                </a:moveTo>
                <a:cubicBezTo>
                  <a:pt x="3228147" y="3139033"/>
                  <a:pt x="3118262" y="3161852"/>
                  <a:pt x="3024996" y="3207493"/>
                </a:cubicBezTo>
                <a:cubicBezTo>
                  <a:pt x="2931731" y="3253134"/>
                  <a:pt x="2859425" y="3319858"/>
                  <a:pt x="2808079" y="3407667"/>
                </a:cubicBezTo>
                <a:cubicBezTo>
                  <a:pt x="2756734" y="3495475"/>
                  <a:pt x="2731060" y="3595934"/>
                  <a:pt x="2731060" y="3709044"/>
                </a:cubicBezTo>
                <a:cubicBezTo>
                  <a:pt x="2731060" y="3877716"/>
                  <a:pt x="2781910" y="4008809"/>
                  <a:pt x="2883609" y="4102322"/>
                </a:cubicBezTo>
                <a:cubicBezTo>
                  <a:pt x="2985308" y="4195836"/>
                  <a:pt x="3129672" y="4242593"/>
                  <a:pt x="3316699" y="4242593"/>
                </a:cubicBezTo>
                <a:cubicBezTo>
                  <a:pt x="3389129" y="4242593"/>
                  <a:pt x="3465279" y="4233539"/>
                  <a:pt x="3545150" y="4215431"/>
                </a:cubicBezTo>
                <a:cubicBezTo>
                  <a:pt x="3625021" y="4197324"/>
                  <a:pt x="3685049" y="4176860"/>
                  <a:pt x="3725233" y="4154040"/>
                </a:cubicBezTo>
                <a:lnTo>
                  <a:pt x="3725233" y="3579563"/>
                </a:lnTo>
                <a:lnTo>
                  <a:pt x="3199125" y="3579563"/>
                </a:lnTo>
                <a:lnTo>
                  <a:pt x="3199125" y="3822897"/>
                </a:lnTo>
                <a:lnTo>
                  <a:pt x="3403763" y="3822897"/>
                </a:lnTo>
                <a:lnTo>
                  <a:pt x="3403763" y="3975446"/>
                </a:lnTo>
                <a:cubicBezTo>
                  <a:pt x="3386400" y="3979415"/>
                  <a:pt x="3359363" y="3981399"/>
                  <a:pt x="3322652" y="3981399"/>
                </a:cubicBezTo>
                <a:cubicBezTo>
                  <a:pt x="3243774" y="3981399"/>
                  <a:pt x="3182382" y="3956347"/>
                  <a:pt x="3138478" y="3906241"/>
                </a:cubicBezTo>
                <a:cubicBezTo>
                  <a:pt x="3094573" y="3856136"/>
                  <a:pt x="3072621" y="3786683"/>
                  <a:pt x="3072621" y="3697882"/>
                </a:cubicBezTo>
                <a:cubicBezTo>
                  <a:pt x="3072621" y="3605112"/>
                  <a:pt x="3098790" y="3532186"/>
                  <a:pt x="3151127" y="3479104"/>
                </a:cubicBezTo>
                <a:cubicBezTo>
                  <a:pt x="3203465" y="3426023"/>
                  <a:pt x="3273787" y="3399482"/>
                  <a:pt x="3362092" y="3399482"/>
                </a:cubicBezTo>
                <a:cubicBezTo>
                  <a:pt x="3415670" y="3399482"/>
                  <a:pt x="3465031" y="3403822"/>
                  <a:pt x="3510176" y="3412504"/>
                </a:cubicBezTo>
                <a:cubicBezTo>
                  <a:pt x="3555320" y="3421185"/>
                  <a:pt x="3602449" y="3436688"/>
                  <a:pt x="3651562" y="3459012"/>
                </a:cubicBezTo>
                <a:lnTo>
                  <a:pt x="3651562" y="3178472"/>
                </a:lnTo>
                <a:cubicBezTo>
                  <a:pt x="3546391" y="3152179"/>
                  <a:pt x="3447420" y="3139033"/>
                  <a:pt x="3354650" y="3139033"/>
                </a:cubicBezTo>
                <a:close/>
                <a:moveTo>
                  <a:pt x="1078473" y="3139033"/>
                </a:moveTo>
                <a:cubicBezTo>
                  <a:pt x="972309" y="3139033"/>
                  <a:pt x="877555" y="3162721"/>
                  <a:pt x="794211" y="3210098"/>
                </a:cubicBezTo>
                <a:cubicBezTo>
                  <a:pt x="710867" y="3257475"/>
                  <a:pt x="646127" y="3324571"/>
                  <a:pt x="599990" y="3411388"/>
                </a:cubicBezTo>
                <a:cubicBezTo>
                  <a:pt x="553854" y="3498204"/>
                  <a:pt x="530785" y="3595934"/>
                  <a:pt x="530785" y="3704579"/>
                </a:cubicBezTo>
                <a:cubicBezTo>
                  <a:pt x="530785" y="3808263"/>
                  <a:pt x="553605" y="3901156"/>
                  <a:pt x="599246" y="3983260"/>
                </a:cubicBezTo>
                <a:cubicBezTo>
                  <a:pt x="644887" y="4065363"/>
                  <a:pt x="708759" y="4129111"/>
                  <a:pt x="790862" y="4174504"/>
                </a:cubicBezTo>
                <a:cubicBezTo>
                  <a:pt x="872966" y="4219896"/>
                  <a:pt x="964123" y="4242593"/>
                  <a:pt x="1064334" y="4242593"/>
                </a:cubicBezTo>
                <a:cubicBezTo>
                  <a:pt x="1167026" y="4242593"/>
                  <a:pt x="1259795" y="4219152"/>
                  <a:pt x="1342643" y="4172271"/>
                </a:cubicBezTo>
                <a:cubicBezTo>
                  <a:pt x="1425490" y="4125390"/>
                  <a:pt x="1489983" y="4059658"/>
                  <a:pt x="1536119" y="3975074"/>
                </a:cubicBezTo>
                <a:cubicBezTo>
                  <a:pt x="1582256" y="3890490"/>
                  <a:pt x="1605324" y="3794620"/>
                  <a:pt x="1605324" y="3687464"/>
                </a:cubicBezTo>
                <a:cubicBezTo>
                  <a:pt x="1605324" y="3580804"/>
                  <a:pt x="1583372" y="3485429"/>
                  <a:pt x="1539468" y="3401342"/>
                </a:cubicBezTo>
                <a:cubicBezTo>
                  <a:pt x="1495564" y="3317254"/>
                  <a:pt x="1433304" y="3252514"/>
                  <a:pt x="1352689" y="3207121"/>
                </a:cubicBezTo>
                <a:cubicBezTo>
                  <a:pt x="1272073" y="3161728"/>
                  <a:pt x="1180668" y="3139033"/>
                  <a:pt x="1078473" y="3139033"/>
                </a:cubicBezTo>
                <a:close/>
                <a:moveTo>
                  <a:pt x="6667266" y="1328092"/>
                </a:moveTo>
                <a:lnTo>
                  <a:pt x="6667266" y="2395189"/>
                </a:lnTo>
                <a:lnTo>
                  <a:pt x="7356340" y="2395189"/>
                </a:lnTo>
                <a:lnTo>
                  <a:pt x="7356340" y="2143670"/>
                </a:lnTo>
                <a:lnTo>
                  <a:pt x="6988735" y="2143670"/>
                </a:lnTo>
                <a:lnTo>
                  <a:pt x="6988735" y="1986656"/>
                </a:lnTo>
                <a:lnTo>
                  <a:pt x="7310947" y="1986656"/>
                </a:lnTo>
                <a:lnTo>
                  <a:pt x="7310947" y="1735136"/>
                </a:lnTo>
                <a:lnTo>
                  <a:pt x="6988735" y="1735136"/>
                </a:lnTo>
                <a:lnTo>
                  <a:pt x="6988735" y="1579611"/>
                </a:lnTo>
                <a:lnTo>
                  <a:pt x="7331783" y="1579611"/>
                </a:lnTo>
                <a:lnTo>
                  <a:pt x="7331783" y="1328092"/>
                </a:lnTo>
                <a:close/>
                <a:moveTo>
                  <a:pt x="5838591" y="1328092"/>
                </a:moveTo>
                <a:lnTo>
                  <a:pt x="5838591" y="2395189"/>
                </a:lnTo>
                <a:lnTo>
                  <a:pt x="6527665" y="2395189"/>
                </a:lnTo>
                <a:lnTo>
                  <a:pt x="6527665" y="2143670"/>
                </a:lnTo>
                <a:lnTo>
                  <a:pt x="6160060" y="2143670"/>
                </a:lnTo>
                <a:lnTo>
                  <a:pt x="6160060" y="1328092"/>
                </a:lnTo>
                <a:close/>
                <a:moveTo>
                  <a:pt x="5305191" y="1328092"/>
                </a:moveTo>
                <a:lnTo>
                  <a:pt x="5305191" y="2395189"/>
                </a:lnTo>
                <a:lnTo>
                  <a:pt x="5626660" y="2395189"/>
                </a:lnTo>
                <a:lnTo>
                  <a:pt x="5626660" y="1328092"/>
                </a:lnTo>
                <a:close/>
                <a:moveTo>
                  <a:pt x="4476516" y="1328092"/>
                </a:moveTo>
                <a:lnTo>
                  <a:pt x="4476516" y="2395189"/>
                </a:lnTo>
                <a:lnTo>
                  <a:pt x="4797985" y="2395189"/>
                </a:lnTo>
                <a:lnTo>
                  <a:pt x="4797985" y="2023119"/>
                </a:lnTo>
                <a:lnTo>
                  <a:pt x="5114989" y="2023119"/>
                </a:lnTo>
                <a:lnTo>
                  <a:pt x="5114989" y="1771600"/>
                </a:lnTo>
                <a:lnTo>
                  <a:pt x="4797985" y="1771600"/>
                </a:lnTo>
                <a:lnTo>
                  <a:pt x="4797985" y="1579611"/>
                </a:lnTo>
                <a:lnTo>
                  <a:pt x="5145499" y="1579611"/>
                </a:lnTo>
                <a:lnTo>
                  <a:pt x="5145499" y="1328092"/>
                </a:lnTo>
                <a:close/>
                <a:moveTo>
                  <a:pt x="5075970" y="616840"/>
                </a:moveTo>
                <a:lnTo>
                  <a:pt x="5107595" y="616840"/>
                </a:lnTo>
                <a:cubicBezTo>
                  <a:pt x="5116774" y="616840"/>
                  <a:pt x="5124153" y="619320"/>
                  <a:pt x="5129734" y="624281"/>
                </a:cubicBezTo>
                <a:cubicBezTo>
                  <a:pt x="5135315" y="629242"/>
                  <a:pt x="5138106" y="635567"/>
                  <a:pt x="5138106" y="643257"/>
                </a:cubicBezTo>
                <a:cubicBezTo>
                  <a:pt x="5138106" y="651938"/>
                  <a:pt x="5134943" y="658791"/>
                  <a:pt x="5128617" y="663814"/>
                </a:cubicBezTo>
                <a:cubicBezTo>
                  <a:pt x="5122293" y="668837"/>
                  <a:pt x="5113673" y="671348"/>
                  <a:pt x="5102758" y="671348"/>
                </a:cubicBezTo>
                <a:lnTo>
                  <a:pt x="5075970" y="671348"/>
                </a:lnTo>
                <a:close/>
                <a:moveTo>
                  <a:pt x="6542819" y="521590"/>
                </a:moveTo>
                <a:lnTo>
                  <a:pt x="6563469" y="521590"/>
                </a:lnTo>
                <a:cubicBezTo>
                  <a:pt x="6576740" y="521590"/>
                  <a:pt x="6588274" y="524442"/>
                  <a:pt x="6598072" y="530147"/>
                </a:cubicBezTo>
                <a:cubicBezTo>
                  <a:pt x="6607870" y="535852"/>
                  <a:pt x="6615404" y="543914"/>
                  <a:pt x="6620675" y="554332"/>
                </a:cubicBezTo>
                <a:cubicBezTo>
                  <a:pt x="6625946" y="564750"/>
                  <a:pt x="6628582" y="576470"/>
                  <a:pt x="6628582" y="589493"/>
                </a:cubicBezTo>
                <a:cubicBezTo>
                  <a:pt x="6628582" y="611817"/>
                  <a:pt x="6622845" y="629583"/>
                  <a:pt x="6611373" y="642792"/>
                </a:cubicBezTo>
                <a:cubicBezTo>
                  <a:pt x="6599901" y="656000"/>
                  <a:pt x="6584553" y="662604"/>
                  <a:pt x="6565330" y="662604"/>
                </a:cubicBezTo>
                <a:lnTo>
                  <a:pt x="6542819" y="662604"/>
                </a:lnTo>
                <a:close/>
                <a:moveTo>
                  <a:pt x="6291486" y="516753"/>
                </a:moveTo>
                <a:lnTo>
                  <a:pt x="6293346" y="516753"/>
                </a:lnTo>
                <a:cubicBezTo>
                  <a:pt x="6294338" y="526055"/>
                  <a:pt x="6296137" y="536038"/>
                  <a:pt x="6298741" y="546704"/>
                </a:cubicBezTo>
                <a:lnTo>
                  <a:pt x="6317345" y="619258"/>
                </a:lnTo>
                <a:lnTo>
                  <a:pt x="6266371" y="619258"/>
                </a:lnTo>
                <a:cubicBezTo>
                  <a:pt x="6279890" y="567540"/>
                  <a:pt x="6287393" y="538271"/>
                  <a:pt x="6288881" y="531450"/>
                </a:cubicBezTo>
                <a:cubicBezTo>
                  <a:pt x="6290370" y="524628"/>
                  <a:pt x="6291238" y="519729"/>
                  <a:pt x="6291486" y="516753"/>
                </a:cubicBezTo>
                <a:close/>
                <a:moveTo>
                  <a:pt x="5767612" y="516753"/>
                </a:moveTo>
                <a:lnTo>
                  <a:pt x="5769471" y="516753"/>
                </a:lnTo>
                <a:cubicBezTo>
                  <a:pt x="5770463" y="526055"/>
                  <a:pt x="5772262" y="536038"/>
                  <a:pt x="5774867" y="546704"/>
                </a:cubicBezTo>
                <a:lnTo>
                  <a:pt x="5793470" y="619258"/>
                </a:lnTo>
                <a:lnTo>
                  <a:pt x="5742496" y="619258"/>
                </a:lnTo>
                <a:cubicBezTo>
                  <a:pt x="5756015" y="567540"/>
                  <a:pt x="5763518" y="538271"/>
                  <a:pt x="5765006" y="531450"/>
                </a:cubicBezTo>
                <a:cubicBezTo>
                  <a:pt x="5766495" y="524628"/>
                  <a:pt x="5767363" y="519729"/>
                  <a:pt x="5767612" y="516753"/>
                </a:cubicBezTo>
                <a:close/>
                <a:moveTo>
                  <a:pt x="5377086" y="516753"/>
                </a:moveTo>
                <a:lnTo>
                  <a:pt x="5378946" y="516753"/>
                </a:lnTo>
                <a:cubicBezTo>
                  <a:pt x="5379939" y="526055"/>
                  <a:pt x="5381737" y="536038"/>
                  <a:pt x="5384341" y="546704"/>
                </a:cubicBezTo>
                <a:lnTo>
                  <a:pt x="5402945" y="619258"/>
                </a:lnTo>
                <a:lnTo>
                  <a:pt x="5351971" y="619258"/>
                </a:lnTo>
                <a:cubicBezTo>
                  <a:pt x="5365490" y="567540"/>
                  <a:pt x="5372994" y="538271"/>
                  <a:pt x="5374482" y="531450"/>
                </a:cubicBezTo>
                <a:cubicBezTo>
                  <a:pt x="5375970" y="524628"/>
                  <a:pt x="5376838" y="519729"/>
                  <a:pt x="5377086" y="516753"/>
                </a:cubicBezTo>
                <a:close/>
                <a:moveTo>
                  <a:pt x="5075970" y="512474"/>
                </a:moveTo>
                <a:lnTo>
                  <a:pt x="5090852" y="512474"/>
                </a:lnTo>
                <a:cubicBezTo>
                  <a:pt x="5116774" y="512474"/>
                  <a:pt x="5129734" y="520722"/>
                  <a:pt x="5129734" y="537217"/>
                </a:cubicBezTo>
                <a:cubicBezTo>
                  <a:pt x="5129734" y="544782"/>
                  <a:pt x="5126881" y="550952"/>
                  <a:pt x="5121177" y="555727"/>
                </a:cubicBezTo>
                <a:cubicBezTo>
                  <a:pt x="5115471" y="560502"/>
                  <a:pt x="5108154" y="562890"/>
                  <a:pt x="5099224" y="562890"/>
                </a:cubicBezTo>
                <a:lnTo>
                  <a:pt x="5075970" y="562890"/>
                </a:lnTo>
                <a:close/>
                <a:moveTo>
                  <a:pt x="7302996" y="458710"/>
                </a:moveTo>
                <a:lnTo>
                  <a:pt x="7385224" y="633955"/>
                </a:lnTo>
                <a:lnTo>
                  <a:pt x="7385224" y="725484"/>
                </a:lnTo>
                <a:lnTo>
                  <a:pt x="7465591" y="725484"/>
                </a:lnTo>
                <a:lnTo>
                  <a:pt x="7465591" y="632839"/>
                </a:lnTo>
                <a:lnTo>
                  <a:pt x="7550609" y="458710"/>
                </a:lnTo>
                <a:lnTo>
                  <a:pt x="7465591" y="458710"/>
                </a:lnTo>
                <a:lnTo>
                  <a:pt x="7437128" y="544100"/>
                </a:lnTo>
                <a:cubicBezTo>
                  <a:pt x="7435143" y="550301"/>
                  <a:pt x="7433345" y="559045"/>
                  <a:pt x="7431733" y="570331"/>
                </a:cubicBezTo>
                <a:lnTo>
                  <a:pt x="7430988" y="570331"/>
                </a:lnTo>
                <a:cubicBezTo>
                  <a:pt x="7429996" y="565990"/>
                  <a:pt x="7429097" y="561711"/>
                  <a:pt x="7428291" y="557495"/>
                </a:cubicBezTo>
                <a:cubicBezTo>
                  <a:pt x="7427485" y="553278"/>
                  <a:pt x="7426090" y="548317"/>
                  <a:pt x="7424105" y="542612"/>
                </a:cubicBezTo>
                <a:lnTo>
                  <a:pt x="7395270" y="458710"/>
                </a:lnTo>
                <a:close/>
                <a:moveTo>
                  <a:pt x="6957752" y="458710"/>
                </a:moveTo>
                <a:lnTo>
                  <a:pt x="6957752" y="725484"/>
                </a:lnTo>
                <a:lnTo>
                  <a:pt x="7028259" y="725484"/>
                </a:lnTo>
                <a:lnTo>
                  <a:pt x="7028259" y="599725"/>
                </a:lnTo>
                <a:cubicBezTo>
                  <a:pt x="7028259" y="589307"/>
                  <a:pt x="7027391" y="563262"/>
                  <a:pt x="7025655" y="521590"/>
                </a:cubicBezTo>
                <a:lnTo>
                  <a:pt x="7027887" y="521590"/>
                </a:lnTo>
                <a:cubicBezTo>
                  <a:pt x="7032600" y="547883"/>
                  <a:pt x="7035515" y="563014"/>
                  <a:pt x="7036631" y="566982"/>
                </a:cubicBezTo>
                <a:lnTo>
                  <a:pt x="7077745" y="725484"/>
                </a:lnTo>
                <a:lnTo>
                  <a:pt x="7153275" y="725484"/>
                </a:lnTo>
                <a:lnTo>
                  <a:pt x="7192529" y="565122"/>
                </a:lnTo>
                <a:cubicBezTo>
                  <a:pt x="7194637" y="557061"/>
                  <a:pt x="7197676" y="542550"/>
                  <a:pt x="7201644" y="521590"/>
                </a:cubicBezTo>
                <a:lnTo>
                  <a:pt x="7203877" y="521590"/>
                </a:lnTo>
                <a:lnTo>
                  <a:pt x="7203319" y="533868"/>
                </a:lnTo>
                <a:cubicBezTo>
                  <a:pt x="7202450" y="550363"/>
                  <a:pt x="7202016" y="565494"/>
                  <a:pt x="7202016" y="579261"/>
                </a:cubicBezTo>
                <a:lnTo>
                  <a:pt x="7202016" y="725484"/>
                </a:lnTo>
                <a:lnTo>
                  <a:pt x="7281267" y="725484"/>
                </a:lnTo>
                <a:lnTo>
                  <a:pt x="7281267" y="458710"/>
                </a:lnTo>
                <a:lnTo>
                  <a:pt x="7162763" y="458710"/>
                </a:lnTo>
                <a:lnTo>
                  <a:pt x="7128532" y="602887"/>
                </a:lnTo>
                <a:cubicBezTo>
                  <a:pt x="7125556" y="618266"/>
                  <a:pt x="7123385" y="631599"/>
                  <a:pt x="7122021" y="642885"/>
                </a:cubicBezTo>
                <a:lnTo>
                  <a:pt x="7120905" y="642885"/>
                </a:lnTo>
                <a:cubicBezTo>
                  <a:pt x="7120533" y="637924"/>
                  <a:pt x="7119634" y="630885"/>
                  <a:pt x="7118207" y="621770"/>
                </a:cubicBezTo>
                <a:cubicBezTo>
                  <a:pt x="7116781" y="612654"/>
                  <a:pt x="7115634" y="606608"/>
                  <a:pt x="7114766" y="603631"/>
                </a:cubicBezTo>
                <a:lnTo>
                  <a:pt x="7078117" y="458710"/>
                </a:lnTo>
                <a:close/>
                <a:moveTo>
                  <a:pt x="6748202" y="458710"/>
                </a:moveTo>
                <a:lnTo>
                  <a:pt x="6748202" y="725484"/>
                </a:lnTo>
                <a:lnTo>
                  <a:pt x="6920471" y="725484"/>
                </a:lnTo>
                <a:lnTo>
                  <a:pt x="6920471" y="662604"/>
                </a:lnTo>
                <a:lnTo>
                  <a:pt x="6828569" y="662604"/>
                </a:lnTo>
                <a:lnTo>
                  <a:pt x="6828569" y="623351"/>
                </a:lnTo>
                <a:lnTo>
                  <a:pt x="6909123" y="623351"/>
                </a:lnTo>
                <a:lnTo>
                  <a:pt x="6909123" y="560471"/>
                </a:lnTo>
                <a:lnTo>
                  <a:pt x="6828569" y="560471"/>
                </a:lnTo>
                <a:lnTo>
                  <a:pt x="6828569" y="521590"/>
                </a:lnTo>
                <a:lnTo>
                  <a:pt x="6914332" y="521590"/>
                </a:lnTo>
                <a:lnTo>
                  <a:pt x="6914332" y="458710"/>
                </a:lnTo>
                <a:close/>
                <a:moveTo>
                  <a:pt x="6462452" y="458710"/>
                </a:moveTo>
                <a:lnTo>
                  <a:pt x="6462452" y="725484"/>
                </a:lnTo>
                <a:lnTo>
                  <a:pt x="6575376" y="725484"/>
                </a:lnTo>
                <a:cubicBezTo>
                  <a:pt x="6602909" y="725484"/>
                  <a:pt x="6627217" y="719841"/>
                  <a:pt x="6648301" y="708555"/>
                </a:cubicBezTo>
                <a:cubicBezTo>
                  <a:pt x="6669385" y="697269"/>
                  <a:pt x="6685601" y="681239"/>
                  <a:pt x="6696949" y="660465"/>
                </a:cubicBezTo>
                <a:cubicBezTo>
                  <a:pt x="6708298" y="639691"/>
                  <a:pt x="6713972" y="615786"/>
                  <a:pt x="6713972" y="588748"/>
                </a:cubicBezTo>
                <a:cubicBezTo>
                  <a:pt x="6713972" y="502056"/>
                  <a:pt x="6666967" y="458710"/>
                  <a:pt x="6572957" y="458710"/>
                </a:cubicBezTo>
                <a:close/>
                <a:moveTo>
                  <a:pt x="6244977" y="458710"/>
                </a:moveTo>
                <a:lnTo>
                  <a:pt x="6153076" y="725484"/>
                </a:lnTo>
                <a:lnTo>
                  <a:pt x="6239954" y="725484"/>
                </a:lnTo>
                <a:lnTo>
                  <a:pt x="6252605" y="676371"/>
                </a:lnTo>
                <a:lnTo>
                  <a:pt x="6332228" y="676371"/>
                </a:lnTo>
                <a:lnTo>
                  <a:pt x="6343948" y="725484"/>
                </a:lnTo>
                <a:lnTo>
                  <a:pt x="6431198" y="725484"/>
                </a:lnTo>
                <a:lnTo>
                  <a:pt x="6344692" y="458710"/>
                </a:lnTo>
                <a:close/>
                <a:moveTo>
                  <a:pt x="5721102" y="458710"/>
                </a:moveTo>
                <a:lnTo>
                  <a:pt x="5629201" y="725484"/>
                </a:lnTo>
                <a:lnTo>
                  <a:pt x="5716080" y="725484"/>
                </a:lnTo>
                <a:lnTo>
                  <a:pt x="5728730" y="676371"/>
                </a:lnTo>
                <a:lnTo>
                  <a:pt x="5808353" y="676371"/>
                </a:lnTo>
                <a:lnTo>
                  <a:pt x="5820073" y="725484"/>
                </a:lnTo>
                <a:lnTo>
                  <a:pt x="5907323" y="725484"/>
                </a:lnTo>
                <a:lnTo>
                  <a:pt x="5820817" y="458710"/>
                </a:lnTo>
                <a:close/>
                <a:moveTo>
                  <a:pt x="5330578" y="458710"/>
                </a:moveTo>
                <a:lnTo>
                  <a:pt x="5238676" y="725484"/>
                </a:lnTo>
                <a:lnTo>
                  <a:pt x="5325554" y="725484"/>
                </a:lnTo>
                <a:lnTo>
                  <a:pt x="5338205" y="676371"/>
                </a:lnTo>
                <a:lnTo>
                  <a:pt x="5417828" y="676371"/>
                </a:lnTo>
                <a:lnTo>
                  <a:pt x="5429548" y="725484"/>
                </a:lnTo>
                <a:lnTo>
                  <a:pt x="5516799" y="725484"/>
                </a:lnTo>
                <a:lnTo>
                  <a:pt x="5430292" y="458710"/>
                </a:lnTo>
                <a:close/>
                <a:moveTo>
                  <a:pt x="4995602" y="458710"/>
                </a:moveTo>
                <a:lnTo>
                  <a:pt x="4995602" y="725484"/>
                </a:lnTo>
                <a:lnTo>
                  <a:pt x="5117269" y="725484"/>
                </a:lnTo>
                <a:cubicBezTo>
                  <a:pt x="5151376" y="725484"/>
                  <a:pt x="5177607" y="718384"/>
                  <a:pt x="5195962" y="704183"/>
                </a:cubicBezTo>
                <a:cubicBezTo>
                  <a:pt x="5214318" y="689983"/>
                  <a:pt x="5223495" y="669798"/>
                  <a:pt x="5223495" y="643629"/>
                </a:cubicBezTo>
                <a:cubicBezTo>
                  <a:pt x="5223495" y="633955"/>
                  <a:pt x="5220767" y="624622"/>
                  <a:pt x="5215310" y="615631"/>
                </a:cubicBezTo>
                <a:cubicBezTo>
                  <a:pt x="5209853" y="606639"/>
                  <a:pt x="5202102" y="599135"/>
                  <a:pt x="5192056" y="593120"/>
                </a:cubicBezTo>
                <a:cubicBezTo>
                  <a:pt x="5182009" y="587105"/>
                  <a:pt x="5170662" y="583353"/>
                  <a:pt x="5158011" y="581865"/>
                </a:cubicBezTo>
                <a:lnTo>
                  <a:pt x="5158011" y="581121"/>
                </a:lnTo>
                <a:cubicBezTo>
                  <a:pt x="5168925" y="579013"/>
                  <a:pt x="5178940" y="575044"/>
                  <a:pt x="5188056" y="569215"/>
                </a:cubicBezTo>
                <a:cubicBezTo>
                  <a:pt x="5197172" y="563386"/>
                  <a:pt x="5203962" y="556595"/>
                  <a:pt x="5208426" y="548844"/>
                </a:cubicBezTo>
                <a:cubicBezTo>
                  <a:pt x="5212891" y="541092"/>
                  <a:pt x="5215124" y="532566"/>
                  <a:pt x="5215124" y="523264"/>
                </a:cubicBezTo>
                <a:cubicBezTo>
                  <a:pt x="5215124" y="480228"/>
                  <a:pt x="5179715" y="458710"/>
                  <a:pt x="5108898" y="458710"/>
                </a:cubicBezTo>
                <a:close/>
                <a:moveTo>
                  <a:pt x="4862252" y="458710"/>
                </a:moveTo>
                <a:lnTo>
                  <a:pt x="4862252" y="725484"/>
                </a:lnTo>
                <a:lnTo>
                  <a:pt x="4942619" y="725484"/>
                </a:lnTo>
                <a:lnTo>
                  <a:pt x="4942619" y="458710"/>
                </a:lnTo>
                <a:close/>
                <a:moveTo>
                  <a:pt x="4603663" y="458710"/>
                </a:moveTo>
                <a:lnTo>
                  <a:pt x="4603663" y="521590"/>
                </a:lnTo>
                <a:lnTo>
                  <a:pt x="4678264" y="521590"/>
                </a:lnTo>
                <a:lnTo>
                  <a:pt x="4678264" y="725484"/>
                </a:lnTo>
                <a:lnTo>
                  <a:pt x="4759003" y="725484"/>
                </a:lnTo>
                <a:lnTo>
                  <a:pt x="4759003" y="521590"/>
                </a:lnTo>
                <a:lnTo>
                  <a:pt x="4834533" y="521590"/>
                </a:lnTo>
                <a:lnTo>
                  <a:pt x="4834533" y="458710"/>
                </a:lnTo>
                <a:close/>
                <a:moveTo>
                  <a:pt x="6070104" y="454245"/>
                </a:moveTo>
                <a:cubicBezTo>
                  <a:pt x="6041207" y="454245"/>
                  <a:pt x="6015658" y="460229"/>
                  <a:pt x="5993458" y="472197"/>
                </a:cubicBezTo>
                <a:cubicBezTo>
                  <a:pt x="5971258" y="484166"/>
                  <a:pt x="5954080" y="501126"/>
                  <a:pt x="5941926" y="523078"/>
                </a:cubicBezTo>
                <a:cubicBezTo>
                  <a:pt x="5929771" y="545030"/>
                  <a:pt x="5923694" y="570083"/>
                  <a:pt x="5923694" y="598236"/>
                </a:cubicBezTo>
                <a:cubicBezTo>
                  <a:pt x="5923694" y="624405"/>
                  <a:pt x="5929120" y="647505"/>
                  <a:pt x="5939972" y="667534"/>
                </a:cubicBezTo>
                <a:cubicBezTo>
                  <a:pt x="5950825" y="687564"/>
                  <a:pt x="5966545" y="703005"/>
                  <a:pt x="5987132" y="713857"/>
                </a:cubicBezTo>
                <a:cubicBezTo>
                  <a:pt x="6007720" y="724709"/>
                  <a:pt x="6032215" y="730135"/>
                  <a:pt x="6060617" y="730135"/>
                </a:cubicBezTo>
                <a:cubicBezTo>
                  <a:pt x="6089514" y="730135"/>
                  <a:pt x="6115000" y="726166"/>
                  <a:pt x="6137077" y="718229"/>
                </a:cubicBezTo>
                <a:lnTo>
                  <a:pt x="6137077" y="646605"/>
                </a:lnTo>
                <a:cubicBezTo>
                  <a:pt x="6117233" y="656527"/>
                  <a:pt x="6097575" y="661488"/>
                  <a:pt x="6078104" y="661488"/>
                </a:cubicBezTo>
                <a:cubicBezTo>
                  <a:pt x="6057020" y="661488"/>
                  <a:pt x="6040183" y="655318"/>
                  <a:pt x="6027595" y="642978"/>
                </a:cubicBezTo>
                <a:cubicBezTo>
                  <a:pt x="6015007" y="630637"/>
                  <a:pt x="6008713" y="613801"/>
                  <a:pt x="6008713" y="592469"/>
                </a:cubicBezTo>
                <a:cubicBezTo>
                  <a:pt x="6008713" y="571013"/>
                  <a:pt x="6015007" y="554022"/>
                  <a:pt x="6027595" y="541496"/>
                </a:cubicBezTo>
                <a:cubicBezTo>
                  <a:pt x="6040183" y="528969"/>
                  <a:pt x="6057392" y="522706"/>
                  <a:pt x="6079220" y="522706"/>
                </a:cubicBezTo>
                <a:cubicBezTo>
                  <a:pt x="6089762" y="522706"/>
                  <a:pt x="6100180" y="523946"/>
                  <a:pt x="6110474" y="526427"/>
                </a:cubicBezTo>
                <a:cubicBezTo>
                  <a:pt x="6120768" y="528907"/>
                  <a:pt x="6129635" y="532380"/>
                  <a:pt x="6137077" y="536845"/>
                </a:cubicBezTo>
                <a:lnTo>
                  <a:pt x="6137077" y="462617"/>
                </a:lnTo>
                <a:cubicBezTo>
                  <a:pt x="6115497" y="457036"/>
                  <a:pt x="6093172" y="454245"/>
                  <a:pt x="6070104" y="454245"/>
                </a:cubicBezTo>
                <a:close/>
                <a:moveTo>
                  <a:pt x="0" y="0"/>
                </a:moveTo>
                <a:lnTo>
                  <a:pt x="12191999" y="0"/>
                </a:lnTo>
                <a:lnTo>
                  <a:pt x="12191999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>
              <a:lumMod val="95000"/>
              <a:lumOff val="5000"/>
            </a:scheme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47082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5698432-2D58-D940-A0AE-7748E2A487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7200" dirty="0">
                <a:solidFill>
                  <a:schemeClr val="accent5">
                    <a:lumMod val="50000"/>
                  </a:schemeClr>
                </a:solidFill>
                <a:latin typeface="Aptos ExtraBold" panose="020B0004020202020204" pitchFamily="34" charset="0"/>
                <a:ea typeface="ADLaM Display" panose="02010000000000000000" pitchFamily="2" charset="0"/>
                <a:cs typeface="ADLaM Display" panose="02010000000000000000" pitchFamily="2" charset="0"/>
              </a:rPr>
              <a:t>Super</a:t>
            </a:r>
            <a:r>
              <a:rPr lang="en-US" sz="7200" dirty="0">
                <a:latin typeface="Aptos ExtraBold" panose="020B0004020202020204" pitchFamily="34" charset="0"/>
                <a:ea typeface="ADLaM Display" panose="02010000000000000000" pitchFamily="2" charset="0"/>
                <a:cs typeface="ADLaM Display" panose="02010000000000000000" pitchFamily="2" charset="0"/>
              </a:rPr>
              <a:t>market Sales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4C780BDD-62B7-3E51-C2DE-09259F62CC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/>
          </a:bodyPr>
          <a:lstStyle/>
          <a:p>
            <a:r>
              <a:rPr lang="en-US" sz="3200" dirty="0">
                <a:latin typeface="Aptos ExtraBold" panose="020B0004020202020204" pitchFamily="34" charset="0"/>
                <a:ea typeface="ADLaM Display" panose="02010000000000000000" pitchFamily="2" charset="0"/>
                <a:cs typeface="ADLaM Display" panose="02010000000000000000" pitchFamily="2" charset="0"/>
              </a:rPr>
              <a:t>Using Power Bi &amp; Excel &amp; </a:t>
            </a:r>
            <a:r>
              <a:rPr lang="en-US" sz="3200" dirty="0">
                <a:solidFill>
                  <a:schemeClr val="accent5">
                    <a:lumMod val="50000"/>
                  </a:schemeClr>
                </a:solidFill>
                <a:latin typeface="Aptos ExtraBold" panose="020B0004020202020204" pitchFamily="34" charset="0"/>
                <a:ea typeface="ADLaM Display" panose="02010000000000000000" pitchFamily="2" charset="0"/>
                <a:cs typeface="ADLaM Display" panose="02010000000000000000" pitchFamily="2" charset="0"/>
              </a:rPr>
              <a:t>python</a:t>
            </a:r>
          </a:p>
          <a:p>
            <a:r>
              <a:rPr lang="en-US" sz="3200" dirty="0">
                <a:latin typeface="Aptos ExtraBold" panose="020B0004020202020204" pitchFamily="34" charset="0"/>
                <a:ea typeface="ADLaM Display" panose="02010000000000000000" pitchFamily="2" charset="0"/>
                <a:cs typeface="ADLaM Display" panose="02010000000000000000" pitchFamily="2" charset="0"/>
              </a:rPr>
              <a:t>In </a:t>
            </a:r>
            <a:r>
              <a:rPr lang="en-US" sz="3200" dirty="0">
                <a:solidFill>
                  <a:schemeClr val="accent5">
                    <a:lumMod val="50000"/>
                  </a:schemeClr>
                </a:solidFill>
                <a:latin typeface="Aptos ExtraBold" panose="020B0004020202020204" pitchFamily="34" charset="0"/>
                <a:ea typeface="ADLaM Display" panose="02010000000000000000" pitchFamily="2" charset="0"/>
                <a:cs typeface="ADLaM Display" panose="02010000000000000000" pitchFamily="2" charset="0"/>
              </a:rPr>
              <a:t>python</a:t>
            </a:r>
            <a:r>
              <a:rPr lang="en-US" sz="3200" dirty="0">
                <a:latin typeface="Aptos ExtraBold" panose="020B0004020202020204" pitchFamily="34" charset="0"/>
                <a:ea typeface="ADLaM Display" panose="02010000000000000000" pitchFamily="2" charset="0"/>
                <a:cs typeface="ADLaM Display" panose="02010000000000000000" pitchFamily="2" charset="0"/>
              </a:rPr>
              <a:t> we used</a:t>
            </a:r>
          </a:p>
          <a:p>
            <a:r>
              <a:rPr lang="en-US" sz="3200" dirty="0">
                <a:latin typeface="Aptos ExtraBold" panose="020B0004020202020204" pitchFamily="34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sz="3200" dirty="0" err="1">
                <a:latin typeface="Aptos ExtraBold" panose="020B0004020202020204" pitchFamily="34" charset="0"/>
                <a:ea typeface="ADLaM Display" panose="02010000000000000000" pitchFamily="2" charset="0"/>
                <a:cs typeface="ADLaM Display" panose="02010000000000000000" pitchFamily="2" charset="0"/>
              </a:rPr>
              <a:t>Jupyter</a:t>
            </a:r>
            <a:r>
              <a:rPr lang="en-US" sz="3200" dirty="0">
                <a:latin typeface="Aptos ExtraBold" panose="020B0004020202020204" pitchFamily="34" charset="0"/>
                <a:ea typeface="ADLaM Display" panose="02010000000000000000" pitchFamily="2" charset="0"/>
                <a:cs typeface="ADLaM Display" panose="02010000000000000000" pitchFamily="2" charset="0"/>
              </a:rPr>
              <a:t> notebook, Pandas, Matplotlib, Seaborn)</a:t>
            </a:r>
          </a:p>
        </p:txBody>
      </p:sp>
    </p:spTree>
    <p:extLst>
      <p:ext uri="{BB962C8B-B14F-4D97-AF65-F5344CB8AC3E}">
        <p14:creationId xmlns:p14="http://schemas.microsoft.com/office/powerpoint/2010/main" val="37491687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2B3B4A-6ED2-64D9-BEC7-1B6C669712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-5395545" y="2340140"/>
            <a:ext cx="4846320" cy="4040574"/>
          </a:xfrm>
        </p:spPr>
        <p:txBody>
          <a:bodyPr/>
          <a:lstStyle/>
          <a:p>
            <a:r>
              <a:rPr lang="en-US" dirty="0">
                <a:latin typeface="Aptos ExtraBold" panose="020B0004020202020204" pitchFamily="34" charset="0"/>
              </a:rPr>
              <a:t>Total Revenue</a:t>
            </a:r>
          </a:p>
          <a:p>
            <a:r>
              <a:rPr lang="en-US" dirty="0"/>
              <a:t>The total value of all sales generated during a specific period.</a:t>
            </a:r>
          </a:p>
          <a:p>
            <a:endParaRPr lang="en-US" dirty="0">
              <a:latin typeface="Aptos ExtraBold" panose="020B0004020202020204" pitchFamily="34" charset="0"/>
            </a:endParaRPr>
          </a:p>
          <a:p>
            <a:r>
              <a:rPr lang="en-US" dirty="0">
                <a:latin typeface="Aptos ExtraBold" panose="020B0004020202020204" pitchFamily="34" charset="0"/>
              </a:rPr>
              <a:t>Average Revenue per Invoice</a:t>
            </a:r>
          </a:p>
          <a:p>
            <a:r>
              <a:rPr lang="en-US" dirty="0"/>
              <a:t>Average amount spent by a customer per transaction.</a:t>
            </a:r>
            <a:endParaRPr lang="en-US" dirty="0">
              <a:latin typeface="Aptos ExtraBold" panose="020B0004020202020204" pitchFamily="34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FF1654-306D-262A-D360-5E5C2E6B39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2658038" y="2340140"/>
            <a:ext cx="4846320" cy="4040574"/>
          </a:xfrm>
        </p:spPr>
        <p:txBody>
          <a:bodyPr/>
          <a:lstStyle/>
          <a:p>
            <a:r>
              <a:rPr lang="en-US" dirty="0">
                <a:latin typeface="Aptos ExtraBold" panose="020B0004020202020204" pitchFamily="34" charset="0"/>
              </a:rPr>
              <a:t>Total Number of Invoices</a:t>
            </a:r>
          </a:p>
          <a:p>
            <a:r>
              <a:rPr lang="en-US" dirty="0"/>
              <a:t>Total number of completed transactions.</a:t>
            </a:r>
          </a:p>
          <a:p>
            <a:endParaRPr lang="en-US" dirty="0">
              <a:latin typeface="Aptos ExtraBold" panose="020B0004020202020204" pitchFamily="34" charset="0"/>
            </a:endParaRPr>
          </a:p>
          <a:p>
            <a:r>
              <a:rPr lang="en-US" b="1" dirty="0"/>
              <a:t>Average Quantity per Invoice</a:t>
            </a:r>
          </a:p>
          <a:p>
            <a:r>
              <a:rPr lang="en-US" dirty="0"/>
              <a:t>Average number of items purchased per transaction.</a:t>
            </a:r>
            <a:endParaRPr lang="en-US" dirty="0">
              <a:latin typeface="Aptos ExtraBold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93E21F-BBAC-309F-B6B0-443891AD1D27}"/>
              </a:ext>
            </a:extLst>
          </p:cNvPr>
          <p:cNvSpPr txBox="1"/>
          <p:nvPr/>
        </p:nvSpPr>
        <p:spPr>
          <a:xfrm>
            <a:off x="1171388" y="528086"/>
            <a:ext cx="179728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Aptos ExtraBold" panose="020B0004020202020204" pitchFamily="34" charset="0"/>
              </a:rPr>
              <a:t>KPIs</a:t>
            </a:r>
            <a:endParaRPr lang="en-US" dirty="0">
              <a:latin typeface="Aptos ExtraBold" panose="020B00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315F84-21A2-0D0A-E0E8-C019EAC56BF2}"/>
              </a:ext>
            </a:extLst>
          </p:cNvPr>
          <p:cNvSpPr txBox="1"/>
          <p:nvPr/>
        </p:nvSpPr>
        <p:spPr>
          <a:xfrm>
            <a:off x="-5752341" y="1744578"/>
            <a:ext cx="1663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Financial KPIs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5DC028-6B8F-B7F4-DBC9-D56FFCA74F63}"/>
              </a:ext>
            </a:extLst>
          </p:cNvPr>
          <p:cNvSpPr txBox="1"/>
          <p:nvPr/>
        </p:nvSpPr>
        <p:spPr>
          <a:xfrm>
            <a:off x="12192000" y="1744577"/>
            <a:ext cx="2694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Sales &amp; Operations KPIs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28164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4CF47-786F-DCF4-EB4D-341D5BCC8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E63631-4EE0-864F-B53A-F8DCD07D8F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80160" y="2327440"/>
            <a:ext cx="4846320" cy="4040574"/>
          </a:xfrm>
        </p:spPr>
        <p:txBody>
          <a:bodyPr/>
          <a:lstStyle/>
          <a:p>
            <a:r>
              <a:rPr lang="en-US" dirty="0">
                <a:latin typeface="Aptos ExtraBold" panose="020B0004020202020204" pitchFamily="34" charset="0"/>
              </a:rPr>
              <a:t>Total Revenue</a:t>
            </a:r>
          </a:p>
          <a:p>
            <a:r>
              <a:rPr lang="en-US" dirty="0"/>
              <a:t>The total value of all sales generated during a specific period.</a:t>
            </a:r>
          </a:p>
          <a:p>
            <a:endParaRPr lang="en-US" dirty="0">
              <a:latin typeface="Aptos ExtraBold" panose="020B0004020202020204" pitchFamily="34" charset="0"/>
            </a:endParaRPr>
          </a:p>
          <a:p>
            <a:r>
              <a:rPr lang="en-US" dirty="0">
                <a:latin typeface="Aptos ExtraBold" panose="020B0004020202020204" pitchFamily="34" charset="0"/>
              </a:rPr>
              <a:t>Average Revenue per Invoice</a:t>
            </a:r>
          </a:p>
          <a:p>
            <a:r>
              <a:rPr lang="en-US" dirty="0"/>
              <a:t>Average amount spent by a customer per transaction.</a:t>
            </a:r>
            <a:endParaRPr lang="en-US" dirty="0">
              <a:latin typeface="Aptos ExtraBold" panose="020B0004020202020204" pitchFamily="34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3F223B-2AF2-1C2D-EBA9-CB9C1A6F93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723402" y="2327441"/>
            <a:ext cx="4846320" cy="4040574"/>
          </a:xfrm>
        </p:spPr>
        <p:txBody>
          <a:bodyPr/>
          <a:lstStyle/>
          <a:p>
            <a:r>
              <a:rPr lang="en-US" dirty="0">
                <a:latin typeface="Aptos ExtraBold" panose="020B0004020202020204" pitchFamily="34" charset="0"/>
              </a:rPr>
              <a:t>Total Number of Invoices</a:t>
            </a:r>
          </a:p>
          <a:p>
            <a:r>
              <a:rPr lang="en-US" dirty="0"/>
              <a:t>Total number of completed transactions.</a:t>
            </a:r>
          </a:p>
          <a:p>
            <a:endParaRPr lang="en-US" dirty="0">
              <a:latin typeface="Aptos ExtraBold" panose="020B0004020202020204" pitchFamily="34" charset="0"/>
            </a:endParaRPr>
          </a:p>
          <a:p>
            <a:r>
              <a:rPr lang="en-US" b="1" dirty="0"/>
              <a:t>Average Quantity per Invoice</a:t>
            </a:r>
          </a:p>
          <a:p>
            <a:r>
              <a:rPr lang="en-US" dirty="0"/>
              <a:t>Average number of items purchased per transaction.</a:t>
            </a:r>
            <a:endParaRPr lang="en-US" dirty="0">
              <a:latin typeface="Aptos ExtraBold" panose="020B00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55DCC3-3A7B-8535-5E33-3DD4E5B7E8FC}"/>
              </a:ext>
            </a:extLst>
          </p:cNvPr>
          <p:cNvSpPr txBox="1"/>
          <p:nvPr/>
        </p:nvSpPr>
        <p:spPr>
          <a:xfrm>
            <a:off x="923364" y="1731878"/>
            <a:ext cx="1663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Financial KPIs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B387D7-56F3-B941-A412-8C8B42C97B14}"/>
              </a:ext>
            </a:extLst>
          </p:cNvPr>
          <p:cNvSpPr txBox="1"/>
          <p:nvPr/>
        </p:nvSpPr>
        <p:spPr>
          <a:xfrm>
            <a:off x="6257364" y="1731878"/>
            <a:ext cx="2694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Sales &amp; Operations KPIs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1AD8519-81E7-43DD-B390-684D36DFEDB8}"/>
              </a:ext>
            </a:extLst>
          </p:cNvPr>
          <p:cNvSpPr txBox="1"/>
          <p:nvPr/>
        </p:nvSpPr>
        <p:spPr>
          <a:xfrm>
            <a:off x="1171388" y="528086"/>
            <a:ext cx="179728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Aptos ExtraBold" panose="020B0004020202020204" pitchFamily="34" charset="0"/>
              </a:rPr>
              <a:t>KPIs</a:t>
            </a:r>
            <a:endParaRPr lang="en-US" dirty="0">
              <a:latin typeface="Aptos ExtraBold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74149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5">
                <a:lumMod val="40000"/>
                <a:lumOff val="60000"/>
              </a:schemeClr>
            </a:gs>
            <a:gs pos="46000">
              <a:schemeClr val="accent5">
                <a:lumMod val="95000"/>
                <a:lumOff val="5000"/>
              </a:schemeClr>
            </a:gs>
            <a:gs pos="100000">
              <a:schemeClr val="accent5">
                <a:lumMod val="60000"/>
              </a:schemeClr>
            </a:gs>
          </a:gsLst>
          <a:path path="circle">
            <a:fillToRect l="50000" t="130000" r="50000" b="-3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F15A15F-6793-05A1-6C8D-4E88FE7FA6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49" r="13593"/>
          <a:stretch>
            <a:fillRect/>
          </a:stretch>
        </p:blipFill>
        <p:spPr>
          <a:xfrm>
            <a:off x="-8454566" y="-1"/>
            <a:ext cx="8309429" cy="685799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3737881-458F-40AD-B72B-B57D267DC4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-1"/>
            <a:ext cx="4581527" cy="6858002"/>
            <a:chOff x="-2" y="-1"/>
            <a:chExt cx="4581527" cy="6858002"/>
          </a:xfrm>
          <a:effectLst>
            <a:outerShdw blurRad="381000" dist="50800" algn="ctr" rotWithShape="0">
              <a:srgbClr val="000000">
                <a:alpha val="10000"/>
              </a:srgbClr>
            </a:outerShdw>
          </a:effectLst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2967126-346F-41EA-982D-63D8EBB60D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2" y="-1"/>
              <a:ext cx="4572002" cy="6858002"/>
            </a:xfrm>
            <a:custGeom>
              <a:avLst/>
              <a:gdLst>
                <a:gd name="connsiteX0" fmla="*/ 4214994 w 4572002"/>
                <a:gd name="connsiteY0" fmla="*/ 6564620 h 6858002"/>
                <a:gd name="connsiteX1" fmla="*/ 4214994 w 4572002"/>
                <a:gd name="connsiteY1" fmla="*/ 6564621 h 6858002"/>
                <a:gd name="connsiteX2" fmla="*/ 4237474 w 4572002"/>
                <a:gd name="connsiteY2" fmla="*/ 6588626 h 6858002"/>
                <a:gd name="connsiteX3" fmla="*/ 4254096 w 4572002"/>
                <a:gd name="connsiteY3" fmla="*/ 6625225 h 6858002"/>
                <a:gd name="connsiteX4" fmla="*/ 4247001 w 4572002"/>
                <a:gd name="connsiteY4" fmla="*/ 6662540 h 6858002"/>
                <a:gd name="connsiteX5" fmla="*/ 4247000 w 4572002"/>
                <a:gd name="connsiteY5" fmla="*/ 6662541 h 6858002"/>
                <a:gd name="connsiteX6" fmla="*/ 4246999 w 4572002"/>
                <a:gd name="connsiteY6" fmla="*/ 6662544 h 6858002"/>
                <a:gd name="connsiteX7" fmla="*/ 4235550 w 4572002"/>
                <a:gd name="connsiteY7" fmla="*/ 6683027 h 6858002"/>
                <a:gd name="connsiteX8" fmla="*/ 4232403 w 4572002"/>
                <a:gd name="connsiteY8" fmla="*/ 6702976 h 6858002"/>
                <a:gd name="connsiteX9" fmla="*/ 4232403 w 4572002"/>
                <a:gd name="connsiteY9" fmla="*/ 6702977 h 6858002"/>
                <a:gd name="connsiteX10" fmla="*/ 4246238 w 4572002"/>
                <a:gd name="connsiteY10" fmla="*/ 6742553 h 6858002"/>
                <a:gd name="connsiteX11" fmla="*/ 4246239 w 4572002"/>
                <a:gd name="connsiteY11" fmla="*/ 6742555 h 6858002"/>
                <a:gd name="connsiteX12" fmla="*/ 4265716 w 4572002"/>
                <a:gd name="connsiteY12" fmla="*/ 6812062 h 6858002"/>
                <a:gd name="connsiteX13" fmla="*/ 4265717 w 4572002"/>
                <a:gd name="connsiteY13" fmla="*/ 6812064 h 6858002"/>
                <a:gd name="connsiteX14" fmla="*/ 4265717 w 4572002"/>
                <a:gd name="connsiteY14" fmla="*/ 6812063 h 6858002"/>
                <a:gd name="connsiteX15" fmla="*/ 4265716 w 4572002"/>
                <a:gd name="connsiteY15" fmla="*/ 6812062 h 6858002"/>
                <a:gd name="connsiteX16" fmla="*/ 4260942 w 4572002"/>
                <a:gd name="connsiteY16" fmla="*/ 6776800 h 6858002"/>
                <a:gd name="connsiteX17" fmla="*/ 4246239 w 4572002"/>
                <a:gd name="connsiteY17" fmla="*/ 6742555 h 6858002"/>
                <a:gd name="connsiteX18" fmla="*/ 4246238 w 4572002"/>
                <a:gd name="connsiteY18" fmla="*/ 6742552 h 6858002"/>
                <a:gd name="connsiteX19" fmla="*/ 4232403 w 4572002"/>
                <a:gd name="connsiteY19" fmla="*/ 6702976 h 6858002"/>
                <a:gd name="connsiteX20" fmla="*/ 4246999 w 4572002"/>
                <a:gd name="connsiteY20" fmla="*/ 6662544 h 6858002"/>
                <a:gd name="connsiteX21" fmla="*/ 4247000 w 4572002"/>
                <a:gd name="connsiteY21" fmla="*/ 6662542 h 6858002"/>
                <a:gd name="connsiteX22" fmla="*/ 4247001 w 4572002"/>
                <a:gd name="connsiteY22" fmla="*/ 6662540 h 6858002"/>
                <a:gd name="connsiteX23" fmla="*/ 4254084 w 4572002"/>
                <a:gd name="connsiteY23" fmla="*/ 6645552 h 6858002"/>
                <a:gd name="connsiteX24" fmla="*/ 4254096 w 4572002"/>
                <a:gd name="connsiteY24" fmla="*/ 6625225 h 6858002"/>
                <a:gd name="connsiteX25" fmla="*/ 4254096 w 4572002"/>
                <a:gd name="connsiteY25" fmla="*/ 6625224 h 6858002"/>
                <a:gd name="connsiteX26" fmla="*/ 4237474 w 4572002"/>
                <a:gd name="connsiteY26" fmla="*/ 6588625 h 6858002"/>
                <a:gd name="connsiteX27" fmla="*/ 4295315 w 4572002"/>
                <a:gd name="connsiteY27" fmla="*/ 6438981 h 6858002"/>
                <a:gd name="connsiteX28" fmla="*/ 4275385 w 4572002"/>
                <a:gd name="connsiteY28" fmla="*/ 6463840 h 6858002"/>
                <a:gd name="connsiteX29" fmla="*/ 4275382 w 4572002"/>
                <a:gd name="connsiteY29" fmla="*/ 6463849 h 6858002"/>
                <a:gd name="connsiteX30" fmla="*/ 4261587 w 4572002"/>
                <a:gd name="connsiteY30" fmla="*/ 6513012 h 6858002"/>
                <a:gd name="connsiteX31" fmla="*/ 4242781 w 4572002"/>
                <a:gd name="connsiteY31" fmla="*/ 6546194 h 6858002"/>
                <a:gd name="connsiteX32" fmla="*/ 4242781 w 4572002"/>
                <a:gd name="connsiteY32" fmla="*/ 6546195 h 6858002"/>
                <a:gd name="connsiteX33" fmla="*/ 4259120 w 4572002"/>
                <a:gd name="connsiteY33" fmla="*/ 6521804 h 6858002"/>
                <a:gd name="connsiteX34" fmla="*/ 4261587 w 4572002"/>
                <a:gd name="connsiteY34" fmla="*/ 6513012 h 6858002"/>
                <a:gd name="connsiteX35" fmla="*/ 4264398 w 4572002"/>
                <a:gd name="connsiteY35" fmla="*/ 6508052 h 6858002"/>
                <a:gd name="connsiteX36" fmla="*/ 4275382 w 4572002"/>
                <a:gd name="connsiteY36" fmla="*/ 6463849 h 6858002"/>
                <a:gd name="connsiteX37" fmla="*/ 4275385 w 4572002"/>
                <a:gd name="connsiteY37" fmla="*/ 6463841 h 6858002"/>
                <a:gd name="connsiteX38" fmla="*/ 4295315 w 4572002"/>
                <a:gd name="connsiteY38" fmla="*/ 6438981 h 6858002"/>
                <a:gd name="connsiteX39" fmla="*/ 4381289 w 4572002"/>
                <a:gd name="connsiteY39" fmla="*/ 6365204 h 6858002"/>
                <a:gd name="connsiteX40" fmla="*/ 4380008 w 4572002"/>
                <a:gd name="connsiteY40" fmla="*/ 6387910 h 6858002"/>
                <a:gd name="connsiteX41" fmla="*/ 4378243 w 4572002"/>
                <a:gd name="connsiteY41" fmla="*/ 6391549 h 6858002"/>
                <a:gd name="connsiteX42" fmla="*/ 4370589 w 4572002"/>
                <a:gd name="connsiteY42" fmla="*/ 6407332 h 6858002"/>
                <a:gd name="connsiteX43" fmla="*/ 4370589 w 4572002"/>
                <a:gd name="connsiteY43" fmla="*/ 6407333 h 6858002"/>
                <a:gd name="connsiteX44" fmla="*/ 4378243 w 4572002"/>
                <a:gd name="connsiteY44" fmla="*/ 6391549 h 6858002"/>
                <a:gd name="connsiteX45" fmla="*/ 4380008 w 4572002"/>
                <a:gd name="connsiteY45" fmla="*/ 6387910 h 6858002"/>
                <a:gd name="connsiteX46" fmla="*/ 4142220 w 4572002"/>
                <a:gd name="connsiteY46" fmla="*/ 4221391 h 6858002"/>
                <a:gd name="connsiteX47" fmla="*/ 4142220 w 4572002"/>
                <a:gd name="connsiteY47" fmla="*/ 4221392 h 6858002"/>
                <a:gd name="connsiteX48" fmla="*/ 4147936 w 4572002"/>
                <a:gd name="connsiteY48" fmla="*/ 4253015 h 6858002"/>
                <a:gd name="connsiteX49" fmla="*/ 4187752 w 4572002"/>
                <a:gd name="connsiteY49" fmla="*/ 4324646 h 6858002"/>
                <a:gd name="connsiteX50" fmla="*/ 4196706 w 4572002"/>
                <a:gd name="connsiteY50" fmla="*/ 4363891 h 6858002"/>
                <a:gd name="connsiteX51" fmla="*/ 4195944 w 4572002"/>
                <a:gd name="connsiteY51" fmla="*/ 4482004 h 6858002"/>
                <a:gd name="connsiteX52" fmla="*/ 4135934 w 4572002"/>
                <a:gd name="connsiteY52" fmla="*/ 4659174 h 6858002"/>
                <a:gd name="connsiteX53" fmla="*/ 4127932 w 4572002"/>
                <a:gd name="connsiteY53" fmla="*/ 4677655 h 6858002"/>
                <a:gd name="connsiteX54" fmla="*/ 4118025 w 4572002"/>
                <a:gd name="connsiteY54" fmla="*/ 4767764 h 6858002"/>
                <a:gd name="connsiteX55" fmla="*/ 4116716 w 4572002"/>
                <a:gd name="connsiteY55" fmla="*/ 4800483 h 6858002"/>
                <a:gd name="connsiteX56" fmla="*/ 4116716 w 4572002"/>
                <a:gd name="connsiteY56" fmla="*/ 4800484 h 6858002"/>
                <a:gd name="connsiteX57" fmla="*/ 4131552 w 4572002"/>
                <a:gd name="connsiteY57" fmla="*/ 4828917 h 6858002"/>
                <a:gd name="connsiteX58" fmla="*/ 4153733 w 4572002"/>
                <a:gd name="connsiteY58" fmla="*/ 4863343 h 6858002"/>
                <a:gd name="connsiteX59" fmla="*/ 4161262 w 4572002"/>
                <a:gd name="connsiteY59" fmla="*/ 4889275 h 6858002"/>
                <a:gd name="connsiteX60" fmla="*/ 4159557 w 4572002"/>
                <a:gd name="connsiteY60" fmla="*/ 4912168 h 6858002"/>
                <a:gd name="connsiteX61" fmla="*/ 4158155 w 4572002"/>
                <a:gd name="connsiteY61" fmla="*/ 4933804 h 6858002"/>
                <a:gd name="connsiteX62" fmla="*/ 4158155 w 4572002"/>
                <a:gd name="connsiteY62" fmla="*/ 4933805 h 6858002"/>
                <a:gd name="connsiteX63" fmla="*/ 4162914 w 4572002"/>
                <a:gd name="connsiteY63" fmla="*/ 4952673 h 6858002"/>
                <a:gd name="connsiteX64" fmla="*/ 4165707 w 4572002"/>
                <a:gd name="connsiteY64" fmla="*/ 4957454 h 6858002"/>
                <a:gd name="connsiteX65" fmla="*/ 4166985 w 4572002"/>
                <a:gd name="connsiteY65" fmla="*/ 4961456 h 6858002"/>
                <a:gd name="connsiteX66" fmla="*/ 4182989 w 4572002"/>
                <a:gd name="connsiteY66" fmla="*/ 4987038 h 6858002"/>
                <a:gd name="connsiteX67" fmla="*/ 4209468 w 4572002"/>
                <a:gd name="connsiteY67" fmla="*/ 5041522 h 6858002"/>
                <a:gd name="connsiteX68" fmla="*/ 4216684 w 4572002"/>
                <a:gd name="connsiteY68" fmla="*/ 5072376 h 6858002"/>
                <a:gd name="connsiteX69" fmla="*/ 4222587 w 4572002"/>
                <a:gd name="connsiteY69" fmla="*/ 5087441 h 6858002"/>
                <a:gd name="connsiteX70" fmla="*/ 4235615 w 4572002"/>
                <a:gd name="connsiteY70" fmla="*/ 5133220 h 6858002"/>
                <a:gd name="connsiteX71" fmla="*/ 4235616 w 4572002"/>
                <a:gd name="connsiteY71" fmla="*/ 5133225 h 6858002"/>
                <a:gd name="connsiteX72" fmla="*/ 4228901 w 4572002"/>
                <a:gd name="connsiteY72" fmla="*/ 5166113 h 6858002"/>
                <a:gd name="connsiteX73" fmla="*/ 4228901 w 4572002"/>
                <a:gd name="connsiteY73" fmla="*/ 5166114 h 6858002"/>
                <a:gd name="connsiteX74" fmla="*/ 4229593 w 4572002"/>
                <a:gd name="connsiteY74" fmla="*/ 5172091 h 6858002"/>
                <a:gd name="connsiteX75" fmla="*/ 4232139 w 4572002"/>
                <a:gd name="connsiteY75" fmla="*/ 5179068 h 6858002"/>
                <a:gd name="connsiteX76" fmla="*/ 4231973 w 4572002"/>
                <a:gd name="connsiteY76" fmla="*/ 5229434 h 6858002"/>
                <a:gd name="connsiteX77" fmla="*/ 4225669 w 4572002"/>
                <a:gd name="connsiteY77" fmla="*/ 5241089 h 6858002"/>
                <a:gd name="connsiteX78" fmla="*/ 4208517 w 4572002"/>
                <a:gd name="connsiteY78" fmla="*/ 5272796 h 6858002"/>
                <a:gd name="connsiteX79" fmla="*/ 4184613 w 4572002"/>
                <a:gd name="connsiteY79" fmla="*/ 5312288 h 6858002"/>
                <a:gd name="connsiteX80" fmla="*/ 4183557 w 4572002"/>
                <a:gd name="connsiteY80" fmla="*/ 5321350 h 6858002"/>
                <a:gd name="connsiteX81" fmla="*/ 4181083 w 4572002"/>
                <a:gd name="connsiteY81" fmla="*/ 5326163 h 6858002"/>
                <a:gd name="connsiteX82" fmla="*/ 4179637 w 4572002"/>
                <a:gd name="connsiteY82" fmla="*/ 5355014 h 6858002"/>
                <a:gd name="connsiteX83" fmla="*/ 4179637 w 4572002"/>
                <a:gd name="connsiteY83" fmla="*/ 5355015 h 6858002"/>
                <a:gd name="connsiteX84" fmla="*/ 4184513 w 4572002"/>
                <a:gd name="connsiteY84" fmla="*/ 5385385 h 6858002"/>
                <a:gd name="connsiteX85" fmla="*/ 4192704 w 4572002"/>
                <a:gd name="connsiteY85" fmla="*/ 5425583 h 6858002"/>
                <a:gd name="connsiteX86" fmla="*/ 4204327 w 4572002"/>
                <a:gd name="connsiteY86" fmla="*/ 5480638 h 6858002"/>
                <a:gd name="connsiteX87" fmla="*/ 4208850 w 4572002"/>
                <a:gd name="connsiteY87" fmla="*/ 5507668 h 6858002"/>
                <a:gd name="connsiteX88" fmla="*/ 4198232 w 4572002"/>
                <a:gd name="connsiteY88" fmla="*/ 5531692 h 6858002"/>
                <a:gd name="connsiteX89" fmla="*/ 4198231 w 4572002"/>
                <a:gd name="connsiteY89" fmla="*/ 5531693 h 6858002"/>
                <a:gd name="connsiteX90" fmla="*/ 4188085 w 4572002"/>
                <a:gd name="connsiteY90" fmla="*/ 5547578 h 6858002"/>
                <a:gd name="connsiteX91" fmla="*/ 4188085 w 4572002"/>
                <a:gd name="connsiteY91" fmla="*/ 5547579 h 6858002"/>
                <a:gd name="connsiteX92" fmla="*/ 4197659 w 4572002"/>
                <a:gd name="connsiteY92" fmla="*/ 5562747 h 6858002"/>
                <a:gd name="connsiteX93" fmla="*/ 4268907 w 4572002"/>
                <a:gd name="connsiteY93" fmla="*/ 5704484 h 6858002"/>
                <a:gd name="connsiteX94" fmla="*/ 4274812 w 4572002"/>
                <a:gd name="connsiteY94" fmla="*/ 5740489 h 6858002"/>
                <a:gd name="connsiteX95" fmla="*/ 4283578 w 4572002"/>
                <a:gd name="connsiteY95" fmla="*/ 5760874 h 6858002"/>
                <a:gd name="connsiteX96" fmla="*/ 4371973 w 4572002"/>
                <a:gd name="connsiteY96" fmla="*/ 5883752 h 6858002"/>
                <a:gd name="connsiteX97" fmla="*/ 4371974 w 4572002"/>
                <a:gd name="connsiteY97" fmla="*/ 5883757 h 6858002"/>
                <a:gd name="connsiteX98" fmla="*/ 4389877 w 4572002"/>
                <a:gd name="connsiteY98" fmla="*/ 5935946 h 6858002"/>
                <a:gd name="connsiteX99" fmla="*/ 4389878 w 4572002"/>
                <a:gd name="connsiteY99" fmla="*/ 5935950 h 6858002"/>
                <a:gd name="connsiteX100" fmla="*/ 4386259 w 4572002"/>
                <a:gd name="connsiteY100" fmla="*/ 5993290 h 6858002"/>
                <a:gd name="connsiteX101" fmla="*/ 4386259 w 4572002"/>
                <a:gd name="connsiteY101" fmla="*/ 5993291 h 6858002"/>
                <a:gd name="connsiteX102" fmla="*/ 4379782 w 4572002"/>
                <a:gd name="connsiteY102" fmla="*/ 6026440 h 6858002"/>
                <a:gd name="connsiteX103" fmla="*/ 4323583 w 4572002"/>
                <a:gd name="connsiteY103" fmla="*/ 6108738 h 6858002"/>
                <a:gd name="connsiteX104" fmla="*/ 4309890 w 4572002"/>
                <a:gd name="connsiteY104" fmla="*/ 6133314 h 6858002"/>
                <a:gd name="connsiteX105" fmla="*/ 4309890 w 4572002"/>
                <a:gd name="connsiteY105" fmla="*/ 6133315 h 6858002"/>
                <a:gd name="connsiteX106" fmla="*/ 4313591 w 4572002"/>
                <a:gd name="connsiteY106" fmla="*/ 6143190 h 6858002"/>
                <a:gd name="connsiteX107" fmla="*/ 4325486 w 4572002"/>
                <a:gd name="connsiteY107" fmla="*/ 6155600 h 6858002"/>
                <a:gd name="connsiteX108" fmla="*/ 4325488 w 4572002"/>
                <a:gd name="connsiteY108" fmla="*/ 6155603 h 6858002"/>
                <a:gd name="connsiteX109" fmla="*/ 4364160 w 4572002"/>
                <a:gd name="connsiteY109" fmla="*/ 6228757 h 6858002"/>
                <a:gd name="connsiteX110" fmla="*/ 4381497 w 4572002"/>
                <a:gd name="connsiteY110" fmla="*/ 6361540 h 6858002"/>
                <a:gd name="connsiteX111" fmla="*/ 4381497 w 4572002"/>
                <a:gd name="connsiteY111" fmla="*/ 6361539 h 6858002"/>
                <a:gd name="connsiteX112" fmla="*/ 4364160 w 4572002"/>
                <a:gd name="connsiteY112" fmla="*/ 6228756 h 6858002"/>
                <a:gd name="connsiteX113" fmla="*/ 4325488 w 4572002"/>
                <a:gd name="connsiteY113" fmla="*/ 6155602 h 6858002"/>
                <a:gd name="connsiteX114" fmla="*/ 4325486 w 4572002"/>
                <a:gd name="connsiteY114" fmla="*/ 6155600 h 6858002"/>
                <a:gd name="connsiteX115" fmla="*/ 4309890 w 4572002"/>
                <a:gd name="connsiteY115" fmla="*/ 6133315 h 6858002"/>
                <a:gd name="connsiteX116" fmla="*/ 4323583 w 4572002"/>
                <a:gd name="connsiteY116" fmla="*/ 6108739 h 6858002"/>
                <a:gd name="connsiteX117" fmla="*/ 4379782 w 4572002"/>
                <a:gd name="connsiteY117" fmla="*/ 6026441 h 6858002"/>
                <a:gd name="connsiteX118" fmla="*/ 4386259 w 4572002"/>
                <a:gd name="connsiteY118" fmla="*/ 5993292 h 6858002"/>
                <a:gd name="connsiteX119" fmla="*/ 4386259 w 4572002"/>
                <a:gd name="connsiteY119" fmla="*/ 5993290 h 6858002"/>
                <a:gd name="connsiteX120" fmla="*/ 4389712 w 4572002"/>
                <a:gd name="connsiteY120" fmla="*/ 5964477 h 6858002"/>
                <a:gd name="connsiteX121" fmla="*/ 4389878 w 4572002"/>
                <a:gd name="connsiteY121" fmla="*/ 5935950 h 6858002"/>
                <a:gd name="connsiteX122" fmla="*/ 4389878 w 4572002"/>
                <a:gd name="connsiteY122" fmla="*/ 5935949 h 6858002"/>
                <a:gd name="connsiteX123" fmla="*/ 4389877 w 4572002"/>
                <a:gd name="connsiteY123" fmla="*/ 5935946 h 6858002"/>
                <a:gd name="connsiteX124" fmla="*/ 4382997 w 4572002"/>
                <a:gd name="connsiteY124" fmla="*/ 5909351 h 6858002"/>
                <a:gd name="connsiteX125" fmla="*/ 4371974 w 4572002"/>
                <a:gd name="connsiteY125" fmla="*/ 5883757 h 6858002"/>
                <a:gd name="connsiteX126" fmla="*/ 4371973 w 4572002"/>
                <a:gd name="connsiteY126" fmla="*/ 5883751 h 6858002"/>
                <a:gd name="connsiteX127" fmla="*/ 4283578 w 4572002"/>
                <a:gd name="connsiteY127" fmla="*/ 5760873 h 6858002"/>
                <a:gd name="connsiteX128" fmla="*/ 4274812 w 4572002"/>
                <a:gd name="connsiteY128" fmla="*/ 5740488 h 6858002"/>
                <a:gd name="connsiteX129" fmla="*/ 4268907 w 4572002"/>
                <a:gd name="connsiteY129" fmla="*/ 5704483 h 6858002"/>
                <a:gd name="connsiteX130" fmla="*/ 4197659 w 4572002"/>
                <a:gd name="connsiteY130" fmla="*/ 5562746 h 6858002"/>
                <a:gd name="connsiteX131" fmla="*/ 4188085 w 4572002"/>
                <a:gd name="connsiteY131" fmla="*/ 5547578 h 6858002"/>
                <a:gd name="connsiteX132" fmla="*/ 4198231 w 4572002"/>
                <a:gd name="connsiteY132" fmla="*/ 5531694 h 6858002"/>
                <a:gd name="connsiteX133" fmla="*/ 4198232 w 4572002"/>
                <a:gd name="connsiteY133" fmla="*/ 5531692 h 6858002"/>
                <a:gd name="connsiteX134" fmla="*/ 4206630 w 4572002"/>
                <a:gd name="connsiteY134" fmla="*/ 5520422 h 6858002"/>
                <a:gd name="connsiteX135" fmla="*/ 4208850 w 4572002"/>
                <a:gd name="connsiteY135" fmla="*/ 5507668 h 6858002"/>
                <a:gd name="connsiteX136" fmla="*/ 4208850 w 4572002"/>
                <a:gd name="connsiteY136" fmla="*/ 5507667 h 6858002"/>
                <a:gd name="connsiteX137" fmla="*/ 4204327 w 4572002"/>
                <a:gd name="connsiteY137" fmla="*/ 5480637 h 6858002"/>
                <a:gd name="connsiteX138" fmla="*/ 4192704 w 4572002"/>
                <a:gd name="connsiteY138" fmla="*/ 5425582 h 6858002"/>
                <a:gd name="connsiteX139" fmla="*/ 4184513 w 4572002"/>
                <a:gd name="connsiteY139" fmla="*/ 5385384 h 6858002"/>
                <a:gd name="connsiteX140" fmla="*/ 4179637 w 4572002"/>
                <a:gd name="connsiteY140" fmla="*/ 5355014 h 6858002"/>
                <a:gd name="connsiteX141" fmla="*/ 4183557 w 4572002"/>
                <a:gd name="connsiteY141" fmla="*/ 5321350 h 6858002"/>
                <a:gd name="connsiteX142" fmla="*/ 4208517 w 4572002"/>
                <a:gd name="connsiteY142" fmla="*/ 5272797 h 6858002"/>
                <a:gd name="connsiteX143" fmla="*/ 4225669 w 4572002"/>
                <a:gd name="connsiteY143" fmla="*/ 5241089 h 6858002"/>
                <a:gd name="connsiteX144" fmla="*/ 4231973 w 4572002"/>
                <a:gd name="connsiteY144" fmla="*/ 5229433 h 6858002"/>
                <a:gd name="connsiteX145" fmla="*/ 4232139 w 4572002"/>
                <a:gd name="connsiteY145" fmla="*/ 5179068 h 6858002"/>
                <a:gd name="connsiteX146" fmla="*/ 4232139 w 4572002"/>
                <a:gd name="connsiteY146" fmla="*/ 5179067 h 6858002"/>
                <a:gd name="connsiteX147" fmla="*/ 4229593 w 4572002"/>
                <a:gd name="connsiteY147" fmla="*/ 5172090 h 6858002"/>
                <a:gd name="connsiteX148" fmla="*/ 4228901 w 4572002"/>
                <a:gd name="connsiteY148" fmla="*/ 5166114 h 6858002"/>
                <a:gd name="connsiteX149" fmla="*/ 4235616 w 4572002"/>
                <a:gd name="connsiteY149" fmla="*/ 5133225 h 6858002"/>
                <a:gd name="connsiteX150" fmla="*/ 4235616 w 4572002"/>
                <a:gd name="connsiteY150" fmla="*/ 5133224 h 6858002"/>
                <a:gd name="connsiteX151" fmla="*/ 4235615 w 4572002"/>
                <a:gd name="connsiteY151" fmla="*/ 5133220 h 6858002"/>
                <a:gd name="connsiteX152" fmla="*/ 4228473 w 4572002"/>
                <a:gd name="connsiteY152" fmla="*/ 5102461 h 6858002"/>
                <a:gd name="connsiteX153" fmla="*/ 4222587 w 4572002"/>
                <a:gd name="connsiteY153" fmla="*/ 5087441 h 6858002"/>
                <a:gd name="connsiteX154" fmla="*/ 4222582 w 4572002"/>
                <a:gd name="connsiteY154" fmla="*/ 5087423 h 6858002"/>
                <a:gd name="connsiteX155" fmla="*/ 4209468 w 4572002"/>
                <a:gd name="connsiteY155" fmla="*/ 5041521 h 6858002"/>
                <a:gd name="connsiteX156" fmla="*/ 4182989 w 4572002"/>
                <a:gd name="connsiteY156" fmla="*/ 4987037 h 6858002"/>
                <a:gd name="connsiteX157" fmla="*/ 4165707 w 4572002"/>
                <a:gd name="connsiteY157" fmla="*/ 4957454 h 6858002"/>
                <a:gd name="connsiteX158" fmla="*/ 4158155 w 4572002"/>
                <a:gd name="connsiteY158" fmla="*/ 4933805 h 6858002"/>
                <a:gd name="connsiteX159" fmla="*/ 4159557 w 4572002"/>
                <a:gd name="connsiteY159" fmla="*/ 4912169 h 6858002"/>
                <a:gd name="connsiteX160" fmla="*/ 4161262 w 4572002"/>
                <a:gd name="connsiteY160" fmla="*/ 4889276 h 6858002"/>
                <a:gd name="connsiteX161" fmla="*/ 4161262 w 4572002"/>
                <a:gd name="connsiteY161" fmla="*/ 4889275 h 6858002"/>
                <a:gd name="connsiteX162" fmla="*/ 4156484 w 4572002"/>
                <a:gd name="connsiteY162" fmla="*/ 4867614 h 6858002"/>
                <a:gd name="connsiteX163" fmla="*/ 4153733 w 4572002"/>
                <a:gd name="connsiteY163" fmla="*/ 4863343 h 6858002"/>
                <a:gd name="connsiteX164" fmla="*/ 4151983 w 4572002"/>
                <a:gd name="connsiteY164" fmla="*/ 4857317 h 6858002"/>
                <a:gd name="connsiteX165" fmla="*/ 4131552 w 4572002"/>
                <a:gd name="connsiteY165" fmla="*/ 4828916 h 6858002"/>
                <a:gd name="connsiteX166" fmla="*/ 4116716 w 4572002"/>
                <a:gd name="connsiteY166" fmla="*/ 4800483 h 6858002"/>
                <a:gd name="connsiteX167" fmla="*/ 4118025 w 4572002"/>
                <a:gd name="connsiteY167" fmla="*/ 4767765 h 6858002"/>
                <a:gd name="connsiteX168" fmla="*/ 4127932 w 4572002"/>
                <a:gd name="connsiteY168" fmla="*/ 4677656 h 6858002"/>
                <a:gd name="connsiteX169" fmla="*/ 4135934 w 4572002"/>
                <a:gd name="connsiteY169" fmla="*/ 4659175 h 6858002"/>
                <a:gd name="connsiteX170" fmla="*/ 4195944 w 4572002"/>
                <a:gd name="connsiteY170" fmla="*/ 4482005 h 6858002"/>
                <a:gd name="connsiteX171" fmla="*/ 4196706 w 4572002"/>
                <a:gd name="connsiteY171" fmla="*/ 4363891 h 6858002"/>
                <a:gd name="connsiteX172" fmla="*/ 4196706 w 4572002"/>
                <a:gd name="connsiteY172" fmla="*/ 4363890 h 6858002"/>
                <a:gd name="connsiteX173" fmla="*/ 4187752 w 4572002"/>
                <a:gd name="connsiteY173" fmla="*/ 4324645 h 6858002"/>
                <a:gd name="connsiteX174" fmla="*/ 4147936 w 4572002"/>
                <a:gd name="connsiteY174" fmla="*/ 4253014 h 6858002"/>
                <a:gd name="connsiteX175" fmla="*/ 4211111 w 4572002"/>
                <a:gd name="connsiteY175" fmla="*/ 2836172 h 6858002"/>
                <a:gd name="connsiteX176" fmla="*/ 4202421 w 4572002"/>
                <a:gd name="connsiteY176" fmla="*/ 2848793 h 6858002"/>
                <a:gd name="connsiteX177" fmla="*/ 4186816 w 4572002"/>
                <a:gd name="connsiteY177" fmla="*/ 2897785 h 6858002"/>
                <a:gd name="connsiteX178" fmla="*/ 4185787 w 4572002"/>
                <a:gd name="connsiteY178" fmla="*/ 2903551 h 6858002"/>
                <a:gd name="connsiteX179" fmla="*/ 4182513 w 4572002"/>
                <a:gd name="connsiteY179" fmla="*/ 2914328 h 6858002"/>
                <a:gd name="connsiteX180" fmla="*/ 4177882 w 4572002"/>
                <a:gd name="connsiteY180" fmla="*/ 2947858 h 6858002"/>
                <a:gd name="connsiteX181" fmla="*/ 4177881 w 4572002"/>
                <a:gd name="connsiteY181" fmla="*/ 2947862 h 6858002"/>
                <a:gd name="connsiteX182" fmla="*/ 4177881 w 4572002"/>
                <a:gd name="connsiteY182" fmla="*/ 2947863 h 6858002"/>
                <a:gd name="connsiteX183" fmla="*/ 4181465 w 4572002"/>
                <a:gd name="connsiteY183" fmla="*/ 2982149 h 6858002"/>
                <a:gd name="connsiteX184" fmla="*/ 4193158 w 4572002"/>
                <a:gd name="connsiteY184" fmla="*/ 3077402 h 6858002"/>
                <a:gd name="connsiteX185" fmla="*/ 4180703 w 4572002"/>
                <a:gd name="connsiteY185" fmla="*/ 3172654 h 6858002"/>
                <a:gd name="connsiteX186" fmla="*/ 4133076 w 4572002"/>
                <a:gd name="connsiteY186" fmla="*/ 3489467 h 6858002"/>
                <a:gd name="connsiteX187" fmla="*/ 4110977 w 4572002"/>
                <a:gd name="connsiteY187" fmla="*/ 3544713 h 6858002"/>
                <a:gd name="connsiteX188" fmla="*/ 4093355 w 4572002"/>
                <a:gd name="connsiteY188" fmla="*/ 3574408 h 6858002"/>
                <a:gd name="connsiteX189" fmla="*/ 4093355 w 4572002"/>
                <a:gd name="connsiteY189" fmla="*/ 3574409 h 6858002"/>
                <a:gd name="connsiteX190" fmla="*/ 4105453 w 4572002"/>
                <a:gd name="connsiteY190" fmla="*/ 3606818 h 6858002"/>
                <a:gd name="connsiteX191" fmla="*/ 4118979 w 4572002"/>
                <a:gd name="connsiteY191" fmla="*/ 3630633 h 6858002"/>
                <a:gd name="connsiteX192" fmla="*/ 4136708 w 4572002"/>
                <a:gd name="connsiteY192" fmla="*/ 3654416 h 6858002"/>
                <a:gd name="connsiteX193" fmla="*/ 4140382 w 4572002"/>
                <a:gd name="connsiteY193" fmla="*/ 3668940 h 6858002"/>
                <a:gd name="connsiteX194" fmla="*/ 4143220 w 4572002"/>
                <a:gd name="connsiteY194" fmla="*/ 3680164 h 6858002"/>
                <a:gd name="connsiteX195" fmla="*/ 4139172 w 4572002"/>
                <a:gd name="connsiteY195" fmla="*/ 3734837 h 6858002"/>
                <a:gd name="connsiteX196" fmla="*/ 4139172 w 4572002"/>
                <a:gd name="connsiteY196" fmla="*/ 3734838 h 6858002"/>
                <a:gd name="connsiteX197" fmla="*/ 4139554 w 4572002"/>
                <a:gd name="connsiteY197" fmla="*/ 3754653 h 6858002"/>
                <a:gd name="connsiteX198" fmla="*/ 4145911 w 4572002"/>
                <a:gd name="connsiteY198" fmla="*/ 3789776 h 6858002"/>
                <a:gd name="connsiteX199" fmla="*/ 4130980 w 4572002"/>
                <a:gd name="connsiteY199" fmla="*/ 3822472 h 6858002"/>
                <a:gd name="connsiteX200" fmla="*/ 4116645 w 4572002"/>
                <a:gd name="connsiteY200" fmla="*/ 3852619 h 6858002"/>
                <a:gd name="connsiteX201" fmla="*/ 4116645 w 4572002"/>
                <a:gd name="connsiteY201" fmla="*/ 3852620 h 6858002"/>
                <a:gd name="connsiteX202" fmla="*/ 4117425 w 4572002"/>
                <a:gd name="connsiteY202" fmla="*/ 3868764 h 6858002"/>
                <a:gd name="connsiteX203" fmla="*/ 4126028 w 4572002"/>
                <a:gd name="connsiteY203" fmla="*/ 3885337 h 6858002"/>
                <a:gd name="connsiteX204" fmla="*/ 4126028 w 4572002"/>
                <a:gd name="connsiteY204" fmla="*/ 3885339 h 6858002"/>
                <a:gd name="connsiteX205" fmla="*/ 4148409 w 4572002"/>
                <a:gd name="connsiteY205" fmla="*/ 3923125 h 6858002"/>
                <a:gd name="connsiteX206" fmla="*/ 4157913 w 4572002"/>
                <a:gd name="connsiteY206" fmla="*/ 3962160 h 6858002"/>
                <a:gd name="connsiteX207" fmla="*/ 4142221 w 4572002"/>
                <a:gd name="connsiteY207" fmla="*/ 4043838 h 6858002"/>
                <a:gd name="connsiteX208" fmla="*/ 4142220 w 4572002"/>
                <a:gd name="connsiteY208" fmla="*/ 4043839 h 6858002"/>
                <a:gd name="connsiteX209" fmla="*/ 4127099 w 4572002"/>
                <a:gd name="connsiteY209" fmla="*/ 4103825 h 6858002"/>
                <a:gd name="connsiteX210" fmla="*/ 4127099 w 4572002"/>
                <a:gd name="connsiteY210" fmla="*/ 4103826 h 6858002"/>
                <a:gd name="connsiteX211" fmla="*/ 4129066 w 4572002"/>
                <a:gd name="connsiteY211" fmla="*/ 4134256 h 6858002"/>
                <a:gd name="connsiteX212" fmla="*/ 4138410 w 4572002"/>
                <a:gd name="connsiteY212" fmla="*/ 4165382 h 6858002"/>
                <a:gd name="connsiteX213" fmla="*/ 4138410 w 4572002"/>
                <a:gd name="connsiteY213" fmla="*/ 4165384 h 6858002"/>
                <a:gd name="connsiteX214" fmla="*/ 4142315 w 4572002"/>
                <a:gd name="connsiteY214" fmla="*/ 4192388 h 6858002"/>
                <a:gd name="connsiteX215" fmla="*/ 4142315 w 4572002"/>
                <a:gd name="connsiteY215" fmla="*/ 4192387 h 6858002"/>
                <a:gd name="connsiteX216" fmla="*/ 4138410 w 4572002"/>
                <a:gd name="connsiteY216" fmla="*/ 4165383 h 6858002"/>
                <a:gd name="connsiteX217" fmla="*/ 4138410 w 4572002"/>
                <a:gd name="connsiteY217" fmla="*/ 4165382 h 6858002"/>
                <a:gd name="connsiteX218" fmla="*/ 4127099 w 4572002"/>
                <a:gd name="connsiteY218" fmla="*/ 4103826 h 6858002"/>
                <a:gd name="connsiteX219" fmla="*/ 4142220 w 4572002"/>
                <a:gd name="connsiteY219" fmla="*/ 4043840 h 6858002"/>
                <a:gd name="connsiteX220" fmla="*/ 4142221 w 4572002"/>
                <a:gd name="connsiteY220" fmla="*/ 4043838 h 6858002"/>
                <a:gd name="connsiteX221" fmla="*/ 4155523 w 4572002"/>
                <a:gd name="connsiteY221" fmla="*/ 4002410 h 6858002"/>
                <a:gd name="connsiteX222" fmla="*/ 4157913 w 4572002"/>
                <a:gd name="connsiteY222" fmla="*/ 3962160 h 6858002"/>
                <a:gd name="connsiteX223" fmla="*/ 4157913 w 4572002"/>
                <a:gd name="connsiteY223" fmla="*/ 3962159 h 6858002"/>
                <a:gd name="connsiteX224" fmla="*/ 4126028 w 4572002"/>
                <a:gd name="connsiteY224" fmla="*/ 3885338 h 6858002"/>
                <a:gd name="connsiteX225" fmla="*/ 4126028 w 4572002"/>
                <a:gd name="connsiteY225" fmla="*/ 3885337 h 6858002"/>
                <a:gd name="connsiteX226" fmla="*/ 4116645 w 4572002"/>
                <a:gd name="connsiteY226" fmla="*/ 3852620 h 6858002"/>
                <a:gd name="connsiteX227" fmla="*/ 4130980 w 4572002"/>
                <a:gd name="connsiteY227" fmla="*/ 3822473 h 6858002"/>
                <a:gd name="connsiteX228" fmla="*/ 4145911 w 4572002"/>
                <a:gd name="connsiteY228" fmla="*/ 3789777 h 6858002"/>
                <a:gd name="connsiteX229" fmla="*/ 4145911 w 4572002"/>
                <a:gd name="connsiteY229" fmla="*/ 3789776 h 6858002"/>
                <a:gd name="connsiteX230" fmla="*/ 4139554 w 4572002"/>
                <a:gd name="connsiteY230" fmla="*/ 3754652 h 6858002"/>
                <a:gd name="connsiteX231" fmla="*/ 4139172 w 4572002"/>
                <a:gd name="connsiteY231" fmla="*/ 3734838 h 6858002"/>
                <a:gd name="connsiteX232" fmla="*/ 4143220 w 4572002"/>
                <a:gd name="connsiteY232" fmla="*/ 3680164 h 6858002"/>
                <a:gd name="connsiteX233" fmla="*/ 4143220 w 4572002"/>
                <a:gd name="connsiteY233" fmla="*/ 3680163 h 6858002"/>
                <a:gd name="connsiteX234" fmla="*/ 4140382 w 4572002"/>
                <a:gd name="connsiteY234" fmla="*/ 3668940 h 6858002"/>
                <a:gd name="connsiteX235" fmla="*/ 4136708 w 4572002"/>
                <a:gd name="connsiteY235" fmla="*/ 3654416 h 6858002"/>
                <a:gd name="connsiteX236" fmla="*/ 4136708 w 4572002"/>
                <a:gd name="connsiteY236" fmla="*/ 3654416 h 6858002"/>
                <a:gd name="connsiteX237" fmla="*/ 4136708 w 4572002"/>
                <a:gd name="connsiteY237" fmla="*/ 3654415 h 6858002"/>
                <a:gd name="connsiteX238" fmla="*/ 4118979 w 4572002"/>
                <a:gd name="connsiteY238" fmla="*/ 3630632 h 6858002"/>
                <a:gd name="connsiteX239" fmla="*/ 4105453 w 4572002"/>
                <a:gd name="connsiteY239" fmla="*/ 3606817 h 6858002"/>
                <a:gd name="connsiteX240" fmla="*/ 4095707 w 4572002"/>
                <a:gd name="connsiteY240" fmla="*/ 3587174 h 6858002"/>
                <a:gd name="connsiteX241" fmla="*/ 4093355 w 4572002"/>
                <a:gd name="connsiteY241" fmla="*/ 3574408 h 6858002"/>
                <a:gd name="connsiteX242" fmla="*/ 4098434 w 4572002"/>
                <a:gd name="connsiteY242" fmla="*/ 3562321 h 6858002"/>
                <a:gd name="connsiteX243" fmla="*/ 4110977 w 4572002"/>
                <a:gd name="connsiteY243" fmla="*/ 3544714 h 6858002"/>
                <a:gd name="connsiteX244" fmla="*/ 4133076 w 4572002"/>
                <a:gd name="connsiteY244" fmla="*/ 3489468 h 6858002"/>
                <a:gd name="connsiteX245" fmla="*/ 4180703 w 4572002"/>
                <a:gd name="connsiteY245" fmla="*/ 3172655 h 6858002"/>
                <a:gd name="connsiteX246" fmla="*/ 4193158 w 4572002"/>
                <a:gd name="connsiteY246" fmla="*/ 3077402 h 6858002"/>
                <a:gd name="connsiteX247" fmla="*/ 4193158 w 4572002"/>
                <a:gd name="connsiteY247" fmla="*/ 3077401 h 6858002"/>
                <a:gd name="connsiteX248" fmla="*/ 4181465 w 4572002"/>
                <a:gd name="connsiteY248" fmla="*/ 2982148 h 6858002"/>
                <a:gd name="connsiteX249" fmla="*/ 4177881 w 4572002"/>
                <a:gd name="connsiteY249" fmla="*/ 2947863 h 6858002"/>
                <a:gd name="connsiteX250" fmla="*/ 4177882 w 4572002"/>
                <a:gd name="connsiteY250" fmla="*/ 2947858 h 6858002"/>
                <a:gd name="connsiteX251" fmla="*/ 4185787 w 4572002"/>
                <a:gd name="connsiteY251" fmla="*/ 2903551 h 6858002"/>
                <a:gd name="connsiteX252" fmla="*/ 4202421 w 4572002"/>
                <a:gd name="connsiteY252" fmla="*/ 2848794 h 6858002"/>
                <a:gd name="connsiteX253" fmla="*/ 4211111 w 4572002"/>
                <a:gd name="connsiteY253" fmla="*/ 2836173 h 6858002"/>
                <a:gd name="connsiteX254" fmla="*/ 3726625 w 4572002"/>
                <a:gd name="connsiteY254" fmla="*/ 1508458 h 6858002"/>
                <a:gd name="connsiteX255" fmla="*/ 3698531 w 4572002"/>
                <a:gd name="connsiteY255" fmla="*/ 1596214 h 6858002"/>
                <a:gd name="connsiteX256" fmla="*/ 3700436 w 4572002"/>
                <a:gd name="connsiteY256" fmla="*/ 1624981 h 6858002"/>
                <a:gd name="connsiteX257" fmla="*/ 3757017 w 4572002"/>
                <a:gd name="connsiteY257" fmla="*/ 1697754 h 6858002"/>
                <a:gd name="connsiteX258" fmla="*/ 3779686 w 4572002"/>
                <a:gd name="connsiteY258" fmla="*/ 1733189 h 6858002"/>
                <a:gd name="connsiteX259" fmla="*/ 3821407 w 4572002"/>
                <a:gd name="connsiteY259" fmla="*/ 1833776 h 6858002"/>
                <a:gd name="connsiteX260" fmla="*/ 3829028 w 4572002"/>
                <a:gd name="connsiteY260" fmla="*/ 1842159 h 6858002"/>
                <a:gd name="connsiteX261" fmla="*/ 3919519 w 4572002"/>
                <a:gd name="connsiteY261" fmla="*/ 1916455 h 6858002"/>
                <a:gd name="connsiteX262" fmla="*/ 3934949 w 4572002"/>
                <a:gd name="connsiteY262" fmla="*/ 1933220 h 6858002"/>
                <a:gd name="connsiteX263" fmla="*/ 3958954 w 4572002"/>
                <a:gd name="connsiteY263" fmla="*/ 1953414 h 6858002"/>
                <a:gd name="connsiteX264" fmla="*/ 4005437 w 4572002"/>
                <a:gd name="connsiteY264" fmla="*/ 2016470 h 6858002"/>
                <a:gd name="connsiteX265" fmla="*/ 4020296 w 4572002"/>
                <a:gd name="connsiteY265" fmla="*/ 2094579 h 6858002"/>
                <a:gd name="connsiteX266" fmla="*/ 4042967 w 4572002"/>
                <a:gd name="connsiteY266" fmla="*/ 2188880 h 6858002"/>
                <a:gd name="connsiteX267" fmla="*/ 4058207 w 4572002"/>
                <a:gd name="connsiteY267" fmla="*/ 2228315 h 6858002"/>
                <a:gd name="connsiteX268" fmla="*/ 4087164 w 4572002"/>
                <a:gd name="connsiteY268" fmla="*/ 2334045 h 6858002"/>
                <a:gd name="connsiteX269" fmla="*/ 4111549 w 4572002"/>
                <a:gd name="connsiteY269" fmla="*/ 2409486 h 6858002"/>
                <a:gd name="connsiteX270" fmla="*/ 4128650 w 4572002"/>
                <a:gd name="connsiteY270" fmla="*/ 2435913 h 6858002"/>
                <a:gd name="connsiteX271" fmla="*/ 4134481 w 4572002"/>
                <a:gd name="connsiteY271" fmla="*/ 2463018 h 6858002"/>
                <a:gd name="connsiteX272" fmla="*/ 4125839 w 4572002"/>
                <a:gd name="connsiteY272" fmla="*/ 2518262 h 6858002"/>
                <a:gd name="connsiteX273" fmla="*/ 4125838 w 4572002"/>
                <a:gd name="connsiteY273" fmla="*/ 2518264 h 6858002"/>
                <a:gd name="connsiteX274" fmla="*/ 4122194 w 4572002"/>
                <a:gd name="connsiteY274" fmla="*/ 2545006 h 6858002"/>
                <a:gd name="connsiteX275" fmla="*/ 4122194 w 4572002"/>
                <a:gd name="connsiteY275" fmla="*/ 2545007 h 6858002"/>
                <a:gd name="connsiteX276" fmla="*/ 4126408 w 4572002"/>
                <a:gd name="connsiteY276" fmla="*/ 2571035 h 6858002"/>
                <a:gd name="connsiteX277" fmla="*/ 4199563 w 4572002"/>
                <a:gd name="connsiteY277" fmla="*/ 2668002 h 6858002"/>
                <a:gd name="connsiteX278" fmla="*/ 4247953 w 4572002"/>
                <a:gd name="connsiteY278" fmla="*/ 2745349 h 6858002"/>
                <a:gd name="connsiteX279" fmla="*/ 4247954 w 4572002"/>
                <a:gd name="connsiteY279" fmla="*/ 2745352 h 6858002"/>
                <a:gd name="connsiteX280" fmla="*/ 4253873 w 4572002"/>
                <a:gd name="connsiteY280" fmla="*/ 2778006 h 6858002"/>
                <a:gd name="connsiteX281" fmla="*/ 4253453 w 4572002"/>
                <a:gd name="connsiteY281" fmla="*/ 2785440 h 6858002"/>
                <a:gd name="connsiteX282" fmla="*/ 4243374 w 4572002"/>
                <a:gd name="connsiteY282" fmla="*/ 2811780 h 6858002"/>
                <a:gd name="connsiteX283" fmla="*/ 4243371 w 4572002"/>
                <a:gd name="connsiteY283" fmla="*/ 2811787 h 6858002"/>
                <a:gd name="connsiteX284" fmla="*/ 4243372 w 4572002"/>
                <a:gd name="connsiteY284" fmla="*/ 2811787 h 6858002"/>
                <a:gd name="connsiteX285" fmla="*/ 4243374 w 4572002"/>
                <a:gd name="connsiteY285" fmla="*/ 2811780 h 6858002"/>
                <a:gd name="connsiteX286" fmla="*/ 4253025 w 4572002"/>
                <a:gd name="connsiteY286" fmla="*/ 2793023 h 6858002"/>
                <a:gd name="connsiteX287" fmla="*/ 4253453 w 4572002"/>
                <a:gd name="connsiteY287" fmla="*/ 2785440 h 6858002"/>
                <a:gd name="connsiteX288" fmla="*/ 4254654 w 4572002"/>
                <a:gd name="connsiteY288" fmla="*/ 2782305 h 6858002"/>
                <a:gd name="connsiteX289" fmla="*/ 4253873 w 4572002"/>
                <a:gd name="connsiteY289" fmla="*/ 2778006 h 6858002"/>
                <a:gd name="connsiteX290" fmla="*/ 4254284 w 4572002"/>
                <a:gd name="connsiteY290" fmla="*/ 2770758 h 6858002"/>
                <a:gd name="connsiteX291" fmla="*/ 4247954 w 4572002"/>
                <a:gd name="connsiteY291" fmla="*/ 2745352 h 6858002"/>
                <a:gd name="connsiteX292" fmla="*/ 4247953 w 4572002"/>
                <a:gd name="connsiteY292" fmla="*/ 2745348 h 6858002"/>
                <a:gd name="connsiteX293" fmla="*/ 4199563 w 4572002"/>
                <a:gd name="connsiteY293" fmla="*/ 2668001 h 6858002"/>
                <a:gd name="connsiteX294" fmla="*/ 4126408 w 4572002"/>
                <a:gd name="connsiteY294" fmla="*/ 2571034 h 6858002"/>
                <a:gd name="connsiteX295" fmla="*/ 4122194 w 4572002"/>
                <a:gd name="connsiteY295" fmla="*/ 2545007 h 6858002"/>
                <a:gd name="connsiteX296" fmla="*/ 4125838 w 4572002"/>
                <a:gd name="connsiteY296" fmla="*/ 2518265 h 6858002"/>
                <a:gd name="connsiteX297" fmla="*/ 4125839 w 4572002"/>
                <a:gd name="connsiteY297" fmla="*/ 2518262 h 6858002"/>
                <a:gd name="connsiteX298" fmla="*/ 4132419 w 4572002"/>
                <a:gd name="connsiteY298" fmla="*/ 2490551 h 6858002"/>
                <a:gd name="connsiteX299" fmla="*/ 4134481 w 4572002"/>
                <a:gd name="connsiteY299" fmla="*/ 2463018 h 6858002"/>
                <a:gd name="connsiteX300" fmla="*/ 4134481 w 4572002"/>
                <a:gd name="connsiteY300" fmla="*/ 2463017 h 6858002"/>
                <a:gd name="connsiteX301" fmla="*/ 4111549 w 4572002"/>
                <a:gd name="connsiteY301" fmla="*/ 2409485 h 6858002"/>
                <a:gd name="connsiteX302" fmla="*/ 4087164 w 4572002"/>
                <a:gd name="connsiteY302" fmla="*/ 2334044 h 6858002"/>
                <a:gd name="connsiteX303" fmla="*/ 4058207 w 4572002"/>
                <a:gd name="connsiteY303" fmla="*/ 2228314 h 6858002"/>
                <a:gd name="connsiteX304" fmla="*/ 4042967 w 4572002"/>
                <a:gd name="connsiteY304" fmla="*/ 2188879 h 6858002"/>
                <a:gd name="connsiteX305" fmla="*/ 4020296 w 4572002"/>
                <a:gd name="connsiteY305" fmla="*/ 2094578 h 6858002"/>
                <a:gd name="connsiteX306" fmla="*/ 4005437 w 4572002"/>
                <a:gd name="connsiteY306" fmla="*/ 2016469 h 6858002"/>
                <a:gd name="connsiteX307" fmla="*/ 3958954 w 4572002"/>
                <a:gd name="connsiteY307" fmla="*/ 1953413 h 6858002"/>
                <a:gd name="connsiteX308" fmla="*/ 3934949 w 4572002"/>
                <a:gd name="connsiteY308" fmla="*/ 1933219 h 6858002"/>
                <a:gd name="connsiteX309" fmla="*/ 3919519 w 4572002"/>
                <a:gd name="connsiteY309" fmla="*/ 1916454 h 6858002"/>
                <a:gd name="connsiteX310" fmla="*/ 3829028 w 4572002"/>
                <a:gd name="connsiteY310" fmla="*/ 1842158 h 6858002"/>
                <a:gd name="connsiteX311" fmla="*/ 3821407 w 4572002"/>
                <a:gd name="connsiteY311" fmla="*/ 1833775 h 6858002"/>
                <a:gd name="connsiteX312" fmla="*/ 3779686 w 4572002"/>
                <a:gd name="connsiteY312" fmla="*/ 1733188 h 6858002"/>
                <a:gd name="connsiteX313" fmla="*/ 3757018 w 4572002"/>
                <a:gd name="connsiteY313" fmla="*/ 1697753 h 6858002"/>
                <a:gd name="connsiteX314" fmla="*/ 3700436 w 4572002"/>
                <a:gd name="connsiteY314" fmla="*/ 1624980 h 6858002"/>
                <a:gd name="connsiteX315" fmla="*/ 3698532 w 4572002"/>
                <a:gd name="connsiteY315" fmla="*/ 1596213 h 6858002"/>
                <a:gd name="connsiteX316" fmla="*/ 3745230 w 4572002"/>
                <a:gd name="connsiteY316" fmla="*/ 1459073 h 6858002"/>
                <a:gd name="connsiteX317" fmla="*/ 3745229 w 4572002"/>
                <a:gd name="connsiteY317" fmla="*/ 1459074 h 6858002"/>
                <a:gd name="connsiteX318" fmla="*/ 3736012 w 4572002"/>
                <a:gd name="connsiteY318" fmla="*/ 1481572 h 6858002"/>
                <a:gd name="connsiteX319" fmla="*/ 3764423 w 4572002"/>
                <a:gd name="connsiteY319" fmla="*/ 1268758 h 6858002"/>
                <a:gd name="connsiteX320" fmla="*/ 3769590 w 4572002"/>
                <a:gd name="connsiteY320" fmla="*/ 1286070 h 6858002"/>
                <a:gd name="connsiteX321" fmla="*/ 3791927 w 4572002"/>
                <a:gd name="connsiteY321" fmla="*/ 1350628 h 6858002"/>
                <a:gd name="connsiteX322" fmla="*/ 3786333 w 4572002"/>
                <a:gd name="connsiteY322" fmla="*/ 1413840 h 6858002"/>
                <a:gd name="connsiteX323" fmla="*/ 3791928 w 4572002"/>
                <a:gd name="connsiteY323" fmla="*/ 1350627 h 6858002"/>
                <a:gd name="connsiteX324" fmla="*/ 3769590 w 4572002"/>
                <a:gd name="connsiteY324" fmla="*/ 1286069 h 6858002"/>
                <a:gd name="connsiteX325" fmla="*/ 3706152 w 4572002"/>
                <a:gd name="connsiteY325" fmla="*/ 773035 h 6858002"/>
                <a:gd name="connsiteX326" fmla="*/ 3706152 w 4572002"/>
                <a:gd name="connsiteY326" fmla="*/ 773036 h 6858002"/>
                <a:gd name="connsiteX327" fmla="*/ 3714152 w 4572002"/>
                <a:gd name="connsiteY327" fmla="*/ 854380 h 6858002"/>
                <a:gd name="connsiteX328" fmla="*/ 3745205 w 4572002"/>
                <a:gd name="connsiteY328" fmla="*/ 915344 h 6858002"/>
                <a:gd name="connsiteX329" fmla="*/ 3755683 w 4572002"/>
                <a:gd name="connsiteY329" fmla="*/ 927156 h 6858002"/>
                <a:gd name="connsiteX330" fmla="*/ 3752063 w 4572002"/>
                <a:gd name="connsiteY330" fmla="*/ 1097088 h 6858002"/>
                <a:gd name="connsiteX331" fmla="*/ 3747681 w 4572002"/>
                <a:gd name="connsiteY331" fmla="*/ 1123186 h 6858002"/>
                <a:gd name="connsiteX332" fmla="*/ 3772400 w 4572002"/>
                <a:gd name="connsiteY332" fmla="*/ 1184029 h 6858002"/>
                <a:gd name="connsiteX333" fmla="*/ 3747682 w 4572002"/>
                <a:gd name="connsiteY333" fmla="*/ 1123185 h 6858002"/>
                <a:gd name="connsiteX334" fmla="*/ 3752064 w 4572002"/>
                <a:gd name="connsiteY334" fmla="*/ 1097087 h 6858002"/>
                <a:gd name="connsiteX335" fmla="*/ 3755684 w 4572002"/>
                <a:gd name="connsiteY335" fmla="*/ 927155 h 6858002"/>
                <a:gd name="connsiteX336" fmla="*/ 3745206 w 4572002"/>
                <a:gd name="connsiteY336" fmla="*/ 915343 h 6858002"/>
                <a:gd name="connsiteX337" fmla="*/ 3714152 w 4572002"/>
                <a:gd name="connsiteY337" fmla="*/ 854379 h 6858002"/>
                <a:gd name="connsiteX338" fmla="*/ 3761553 w 4572002"/>
                <a:gd name="connsiteY338" fmla="*/ 517851 h 6858002"/>
                <a:gd name="connsiteX339" fmla="*/ 3752635 w 4572002"/>
                <a:gd name="connsiteY339" fmla="*/ 556048 h 6858002"/>
                <a:gd name="connsiteX340" fmla="*/ 3746157 w 4572002"/>
                <a:gd name="connsiteY340" fmla="*/ 580051 h 6858002"/>
                <a:gd name="connsiteX341" fmla="*/ 3742776 w 4572002"/>
                <a:gd name="connsiteY341" fmla="*/ 642538 h 6858002"/>
                <a:gd name="connsiteX342" fmla="*/ 3730253 w 4572002"/>
                <a:gd name="connsiteY342" fmla="*/ 694928 h 6858002"/>
                <a:gd name="connsiteX343" fmla="*/ 3742777 w 4572002"/>
                <a:gd name="connsiteY343" fmla="*/ 642537 h 6858002"/>
                <a:gd name="connsiteX344" fmla="*/ 3746158 w 4572002"/>
                <a:gd name="connsiteY344" fmla="*/ 580050 h 6858002"/>
                <a:gd name="connsiteX345" fmla="*/ 3752636 w 4572002"/>
                <a:gd name="connsiteY345" fmla="*/ 556047 h 6858002"/>
                <a:gd name="connsiteX346" fmla="*/ 3774848 w 4572002"/>
                <a:gd name="connsiteY346" fmla="*/ 298169 h 6858002"/>
                <a:gd name="connsiteX347" fmla="*/ 3760065 w 4572002"/>
                <a:gd name="connsiteY347" fmla="*/ 313534 h 6858002"/>
                <a:gd name="connsiteX348" fmla="*/ 3759493 w 4572002"/>
                <a:gd name="connsiteY348" fmla="*/ 338871 h 6858002"/>
                <a:gd name="connsiteX349" fmla="*/ 3759500 w 4572002"/>
                <a:gd name="connsiteY349" fmla="*/ 338900 h 6858002"/>
                <a:gd name="connsiteX350" fmla="*/ 3769400 w 4572002"/>
                <a:gd name="connsiteY350" fmla="*/ 395640 h 6858002"/>
                <a:gd name="connsiteX351" fmla="*/ 3765590 w 4572002"/>
                <a:gd name="connsiteY351" fmla="*/ 367328 h 6858002"/>
                <a:gd name="connsiteX352" fmla="*/ 3759500 w 4572002"/>
                <a:gd name="connsiteY352" fmla="*/ 338900 h 6858002"/>
                <a:gd name="connsiteX353" fmla="*/ 3759494 w 4572002"/>
                <a:gd name="connsiteY353" fmla="*/ 338870 h 6858002"/>
                <a:gd name="connsiteX354" fmla="*/ 3760066 w 4572002"/>
                <a:gd name="connsiteY354" fmla="*/ 313533 h 6858002"/>
                <a:gd name="connsiteX355" fmla="*/ 3782393 w 4572002"/>
                <a:gd name="connsiteY355" fmla="*/ 281568 h 6858002"/>
                <a:gd name="connsiteX356" fmla="*/ 3777498 w 4572002"/>
                <a:gd name="connsiteY356" fmla="*/ 295415 h 6858002"/>
                <a:gd name="connsiteX357" fmla="*/ 3777499 w 4572002"/>
                <a:gd name="connsiteY357" fmla="*/ 295415 h 6858002"/>
                <a:gd name="connsiteX358" fmla="*/ 3769073 w 4572002"/>
                <a:gd name="connsiteY358" fmla="*/ 24486 h 6858002"/>
                <a:gd name="connsiteX359" fmla="*/ 3766810 w 4572002"/>
                <a:gd name="connsiteY359" fmla="*/ 74129 h 6858002"/>
                <a:gd name="connsiteX360" fmla="*/ 3772734 w 4572002"/>
                <a:gd name="connsiteY360" fmla="*/ 125861 h 6858002"/>
                <a:gd name="connsiteX361" fmla="*/ 3777129 w 4572002"/>
                <a:gd name="connsiteY361" fmla="*/ 153387 h 6858002"/>
                <a:gd name="connsiteX362" fmla="*/ 3785402 w 4572002"/>
                <a:gd name="connsiteY362" fmla="*/ 228944 h 6858002"/>
                <a:gd name="connsiteX363" fmla="*/ 3780943 w 4572002"/>
                <a:gd name="connsiteY363" fmla="*/ 177271 h 6858002"/>
                <a:gd name="connsiteX364" fmla="*/ 3777129 w 4572002"/>
                <a:gd name="connsiteY364" fmla="*/ 153387 h 6858002"/>
                <a:gd name="connsiteX365" fmla="*/ 3776930 w 4572002"/>
                <a:gd name="connsiteY365" fmla="*/ 151569 h 6858002"/>
                <a:gd name="connsiteX366" fmla="*/ 3766811 w 4572002"/>
                <a:gd name="connsiteY366" fmla="*/ 74129 h 6858002"/>
                <a:gd name="connsiteX367" fmla="*/ 3766492 w 4572002"/>
                <a:gd name="connsiteY367" fmla="*/ 0 h 6858002"/>
                <a:gd name="connsiteX368" fmla="*/ 4230600 w 4572002"/>
                <a:gd name="connsiteY368" fmla="*/ 0 h 6858002"/>
                <a:gd name="connsiteX369" fmla="*/ 4229473 w 4572002"/>
                <a:gd name="connsiteY369" fmla="*/ 2817 h 6858002"/>
                <a:gd name="connsiteX370" fmla="*/ 4215375 w 4572002"/>
                <a:gd name="connsiteY370" fmla="*/ 63587 h 6858002"/>
                <a:gd name="connsiteX371" fmla="*/ 4201468 w 4572002"/>
                <a:gd name="connsiteY371" fmla="*/ 176939 h 6858002"/>
                <a:gd name="connsiteX372" fmla="*/ 4193466 w 4572002"/>
                <a:gd name="connsiteY372" fmla="*/ 200182 h 6858002"/>
                <a:gd name="connsiteX373" fmla="*/ 4155554 w 4572002"/>
                <a:gd name="connsiteY373" fmla="*/ 340774 h 6858002"/>
                <a:gd name="connsiteX374" fmla="*/ 4156319 w 4572002"/>
                <a:gd name="connsiteY374" fmla="*/ 453364 h 6858002"/>
                <a:gd name="connsiteX375" fmla="*/ 4158033 w 4572002"/>
                <a:gd name="connsiteY375" fmla="*/ 462126 h 6858002"/>
                <a:gd name="connsiteX376" fmla="*/ 4170605 w 4572002"/>
                <a:gd name="connsiteY376" fmla="*/ 505182 h 6858002"/>
                <a:gd name="connsiteX377" fmla="*/ 4167177 w 4572002"/>
                <a:gd name="connsiteY377" fmla="*/ 571860 h 6858002"/>
                <a:gd name="connsiteX378" fmla="*/ 4149840 w 4572002"/>
                <a:gd name="connsiteY378" fmla="*/ 617772 h 6858002"/>
                <a:gd name="connsiteX379" fmla="*/ 4149078 w 4572002"/>
                <a:gd name="connsiteY379" fmla="*/ 674923 h 6858002"/>
                <a:gd name="connsiteX380" fmla="*/ 4159937 w 4572002"/>
                <a:gd name="connsiteY380" fmla="*/ 740268 h 6858002"/>
                <a:gd name="connsiteX381" fmla="*/ 4162223 w 4572002"/>
                <a:gd name="connsiteY381" fmla="*/ 769605 h 6858002"/>
                <a:gd name="connsiteX382" fmla="*/ 4184703 w 4572002"/>
                <a:gd name="connsiteY382" fmla="*/ 850189 h 6858002"/>
                <a:gd name="connsiteX383" fmla="*/ 4179179 w 4572002"/>
                <a:gd name="connsiteY383" fmla="*/ 898198 h 6858002"/>
                <a:gd name="connsiteX384" fmla="*/ 4164319 w 4572002"/>
                <a:gd name="connsiteY384" fmla="*/ 945444 h 6858002"/>
                <a:gd name="connsiteX385" fmla="*/ 4150030 w 4572002"/>
                <a:gd name="connsiteY385" fmla="*/ 975733 h 6858002"/>
                <a:gd name="connsiteX386" fmla="*/ 4139934 w 4572002"/>
                <a:gd name="connsiteY386" fmla="*/ 1036887 h 6858002"/>
                <a:gd name="connsiteX387" fmla="*/ 4141458 w 4572002"/>
                <a:gd name="connsiteY387" fmla="*/ 1048125 h 6858002"/>
                <a:gd name="connsiteX388" fmla="*/ 4154032 w 4572002"/>
                <a:gd name="connsiteY388" fmla="*/ 1230633 h 6858002"/>
                <a:gd name="connsiteX389" fmla="*/ 4174225 w 4572002"/>
                <a:gd name="connsiteY389" fmla="*/ 1303024 h 6858002"/>
                <a:gd name="connsiteX390" fmla="*/ 4176701 w 4572002"/>
                <a:gd name="connsiteY390" fmla="*/ 1318456 h 6858002"/>
                <a:gd name="connsiteX391" fmla="*/ 4199372 w 4572002"/>
                <a:gd name="connsiteY391" fmla="*/ 1472575 h 6858002"/>
                <a:gd name="connsiteX392" fmla="*/ 4200325 w 4572002"/>
                <a:gd name="connsiteY392" fmla="*/ 1489720 h 6858002"/>
                <a:gd name="connsiteX393" fmla="*/ 4196324 w 4572002"/>
                <a:gd name="connsiteY393" fmla="*/ 1537537 h 6858002"/>
                <a:gd name="connsiteX394" fmla="*/ 4237474 w 4572002"/>
                <a:gd name="connsiteY394" fmla="*/ 1650317 h 6858002"/>
                <a:gd name="connsiteX395" fmla="*/ 4251572 w 4572002"/>
                <a:gd name="connsiteY395" fmla="*/ 1763287 h 6858002"/>
                <a:gd name="connsiteX396" fmla="*/ 4251380 w 4572002"/>
                <a:gd name="connsiteY396" fmla="*/ 1825393 h 6858002"/>
                <a:gd name="connsiteX397" fmla="*/ 4261478 w 4572002"/>
                <a:gd name="connsiteY397" fmla="*/ 1869780 h 6858002"/>
                <a:gd name="connsiteX398" fmla="*/ 4292149 w 4572002"/>
                <a:gd name="connsiteY398" fmla="*/ 1978940 h 6858002"/>
                <a:gd name="connsiteX399" fmla="*/ 4296911 w 4572002"/>
                <a:gd name="connsiteY399" fmla="*/ 2030378 h 6858002"/>
                <a:gd name="connsiteX400" fmla="*/ 4307201 w 4572002"/>
                <a:gd name="connsiteY400" fmla="*/ 2085054 h 6858002"/>
                <a:gd name="connsiteX401" fmla="*/ 4353302 w 4572002"/>
                <a:gd name="connsiteY401" fmla="*/ 2220312 h 6858002"/>
                <a:gd name="connsiteX402" fmla="*/ 4350636 w 4572002"/>
                <a:gd name="connsiteY402" fmla="*/ 2330806 h 6858002"/>
                <a:gd name="connsiteX403" fmla="*/ 4351206 w 4572002"/>
                <a:gd name="connsiteY403" fmla="*/ 2401292 h 6858002"/>
                <a:gd name="connsiteX404" fmla="*/ 4366446 w 4572002"/>
                <a:gd name="connsiteY404" fmla="*/ 2485307 h 6858002"/>
                <a:gd name="connsiteX405" fmla="*/ 4388736 w 4572002"/>
                <a:gd name="connsiteY405" fmla="*/ 2554079 h 6858002"/>
                <a:gd name="connsiteX406" fmla="*/ 4406453 w 4572002"/>
                <a:gd name="connsiteY406" fmla="*/ 2649143 h 6858002"/>
                <a:gd name="connsiteX407" fmla="*/ 4440554 w 4572002"/>
                <a:gd name="connsiteY407" fmla="*/ 2743826 h 6858002"/>
                <a:gd name="connsiteX408" fmla="*/ 4466653 w 4572002"/>
                <a:gd name="connsiteY408" fmla="*/ 2809930 h 6858002"/>
                <a:gd name="connsiteX409" fmla="*/ 4489705 w 4572002"/>
                <a:gd name="connsiteY409" fmla="*/ 2901943 h 6858002"/>
                <a:gd name="connsiteX410" fmla="*/ 4505897 w 4572002"/>
                <a:gd name="connsiteY410" fmla="*/ 3042728 h 6858002"/>
                <a:gd name="connsiteX411" fmla="*/ 4507613 w 4572002"/>
                <a:gd name="connsiteY411" fmla="*/ 3107500 h 6858002"/>
                <a:gd name="connsiteX412" fmla="*/ 4545521 w 4572002"/>
                <a:gd name="connsiteY412" fmla="*/ 3209993 h 6858002"/>
                <a:gd name="connsiteX413" fmla="*/ 4563811 w 4572002"/>
                <a:gd name="connsiteY413" fmla="*/ 3253809 h 6858002"/>
                <a:gd name="connsiteX414" fmla="*/ 4548570 w 4572002"/>
                <a:gd name="connsiteY414" fmla="*/ 3293244 h 6858002"/>
                <a:gd name="connsiteX415" fmla="*/ 4531043 w 4572002"/>
                <a:gd name="connsiteY415" fmla="*/ 3318771 h 6858002"/>
                <a:gd name="connsiteX416" fmla="*/ 4545904 w 4572002"/>
                <a:gd name="connsiteY416" fmla="*/ 3399546 h 6858002"/>
                <a:gd name="connsiteX417" fmla="*/ 4561524 w 4572002"/>
                <a:gd name="connsiteY417" fmla="*/ 3485275 h 6858002"/>
                <a:gd name="connsiteX418" fmla="*/ 4572002 w 4572002"/>
                <a:gd name="connsiteY418" fmla="*/ 3546617 h 6858002"/>
                <a:gd name="connsiteX419" fmla="*/ 4563620 w 4572002"/>
                <a:gd name="connsiteY419" fmla="*/ 3623201 h 6858002"/>
                <a:gd name="connsiteX420" fmla="*/ 4560192 w 4572002"/>
                <a:gd name="connsiteY420" fmla="*/ 3683591 h 6858002"/>
                <a:gd name="connsiteX421" fmla="*/ 4550476 w 4572002"/>
                <a:gd name="connsiteY421" fmla="*/ 3732361 h 6858002"/>
                <a:gd name="connsiteX422" fmla="*/ 4544759 w 4572002"/>
                <a:gd name="connsiteY422" fmla="*/ 3749506 h 6858002"/>
                <a:gd name="connsiteX423" fmla="*/ 4500182 w 4572002"/>
                <a:gd name="connsiteY423" fmla="*/ 3885338 h 6858002"/>
                <a:gd name="connsiteX424" fmla="*/ 4464557 w 4572002"/>
                <a:gd name="connsiteY424" fmla="*/ 4030503 h 6858002"/>
                <a:gd name="connsiteX425" fmla="*/ 4487039 w 4572002"/>
                <a:gd name="connsiteY425" fmla="*/ 4124614 h 6858002"/>
                <a:gd name="connsiteX426" fmla="*/ 4486656 w 4572002"/>
                <a:gd name="connsiteY426" fmla="*/ 4159667 h 6858002"/>
                <a:gd name="connsiteX427" fmla="*/ 4491801 w 4572002"/>
                <a:gd name="connsiteY427" fmla="*/ 4320837 h 6858002"/>
                <a:gd name="connsiteX428" fmla="*/ 4497325 w 4572002"/>
                <a:gd name="connsiteY428" fmla="*/ 4349222 h 6858002"/>
                <a:gd name="connsiteX429" fmla="*/ 4474653 w 4572002"/>
                <a:gd name="connsiteY429" fmla="*/ 4502579 h 6858002"/>
                <a:gd name="connsiteX430" fmla="*/ 4470844 w 4572002"/>
                <a:gd name="connsiteY430" fmla="*/ 4558207 h 6858002"/>
                <a:gd name="connsiteX431" fmla="*/ 4464557 w 4572002"/>
                <a:gd name="connsiteY431" fmla="*/ 4609452 h 6858002"/>
                <a:gd name="connsiteX432" fmla="*/ 4463033 w 4572002"/>
                <a:gd name="connsiteY432" fmla="*/ 4681083 h 6858002"/>
                <a:gd name="connsiteX433" fmla="*/ 4465891 w 4572002"/>
                <a:gd name="connsiteY433" fmla="*/ 4755381 h 6858002"/>
                <a:gd name="connsiteX434" fmla="*/ 4465319 w 4572002"/>
                <a:gd name="connsiteY434" fmla="*/ 4838250 h 6858002"/>
                <a:gd name="connsiteX435" fmla="*/ 4460367 w 4572002"/>
                <a:gd name="connsiteY435" fmla="*/ 4871019 h 6858002"/>
                <a:gd name="connsiteX436" fmla="*/ 4463795 w 4572002"/>
                <a:gd name="connsiteY436" fmla="*/ 4959602 h 6858002"/>
                <a:gd name="connsiteX437" fmla="*/ 4458082 w 4572002"/>
                <a:gd name="connsiteY437" fmla="*/ 5006086 h 6858002"/>
                <a:gd name="connsiteX438" fmla="*/ 4456937 w 4572002"/>
                <a:gd name="connsiteY438" fmla="*/ 5082670 h 6858002"/>
                <a:gd name="connsiteX439" fmla="*/ 4455603 w 4572002"/>
                <a:gd name="connsiteY439" fmla="*/ 5107627 h 6858002"/>
                <a:gd name="connsiteX440" fmla="*/ 4454840 w 4572002"/>
                <a:gd name="connsiteY440" fmla="*/ 5129916 h 6858002"/>
                <a:gd name="connsiteX441" fmla="*/ 4470464 w 4572002"/>
                <a:gd name="connsiteY441" fmla="*/ 5206308 h 6858002"/>
                <a:gd name="connsiteX442" fmla="*/ 4471415 w 4572002"/>
                <a:gd name="connsiteY442" fmla="*/ 5274129 h 6858002"/>
                <a:gd name="connsiteX443" fmla="*/ 4483990 w 4572002"/>
                <a:gd name="connsiteY443" fmla="*/ 5393005 h 6858002"/>
                <a:gd name="connsiteX444" fmla="*/ 4479607 w 4572002"/>
                <a:gd name="connsiteY444" fmla="*/ 5419295 h 6858002"/>
                <a:gd name="connsiteX445" fmla="*/ 4477894 w 4572002"/>
                <a:gd name="connsiteY445" fmla="*/ 5501594 h 6858002"/>
                <a:gd name="connsiteX446" fmla="*/ 4476560 w 4572002"/>
                <a:gd name="connsiteY446" fmla="*/ 5548460 h 6858002"/>
                <a:gd name="connsiteX447" fmla="*/ 4485703 w 4572002"/>
                <a:gd name="connsiteY447" fmla="*/ 5606372 h 6858002"/>
                <a:gd name="connsiteX448" fmla="*/ 4505134 w 4572002"/>
                <a:gd name="connsiteY448" fmla="*/ 5706959 h 6858002"/>
                <a:gd name="connsiteX449" fmla="*/ 4508183 w 4572002"/>
                <a:gd name="connsiteY449" fmla="*/ 5733440 h 6858002"/>
                <a:gd name="connsiteX450" fmla="*/ 4517519 w 4572002"/>
                <a:gd name="connsiteY450" fmla="*/ 5781830 h 6858002"/>
                <a:gd name="connsiteX451" fmla="*/ 4519234 w 4572002"/>
                <a:gd name="connsiteY451" fmla="*/ 5790592 h 6858002"/>
                <a:gd name="connsiteX452" fmla="*/ 4542855 w 4572002"/>
                <a:gd name="connsiteY452" fmla="*/ 5864318 h 6858002"/>
                <a:gd name="connsiteX453" fmla="*/ 4544759 w 4572002"/>
                <a:gd name="connsiteY453" fmla="*/ 5902610 h 6858002"/>
                <a:gd name="connsiteX454" fmla="*/ 4544951 w 4572002"/>
                <a:gd name="connsiteY454" fmla="*/ 6012723 h 6858002"/>
                <a:gd name="connsiteX455" fmla="*/ 4541332 w 4572002"/>
                <a:gd name="connsiteY455" fmla="*/ 6059397 h 6858002"/>
                <a:gd name="connsiteX456" fmla="*/ 4527426 w 4572002"/>
                <a:gd name="connsiteY456" fmla="*/ 6171605 h 6858002"/>
                <a:gd name="connsiteX457" fmla="*/ 4520568 w 4572002"/>
                <a:gd name="connsiteY457" fmla="*/ 6242093 h 6858002"/>
                <a:gd name="connsiteX458" fmla="*/ 4509706 w 4572002"/>
                <a:gd name="connsiteY458" fmla="*/ 6323058 h 6858002"/>
                <a:gd name="connsiteX459" fmla="*/ 4502848 w 4572002"/>
                <a:gd name="connsiteY459" fmla="*/ 6415833 h 6858002"/>
                <a:gd name="connsiteX460" fmla="*/ 4482084 w 4572002"/>
                <a:gd name="connsiteY460" fmla="*/ 6584812 h 6858002"/>
                <a:gd name="connsiteX461" fmla="*/ 4460557 w 4572002"/>
                <a:gd name="connsiteY461" fmla="*/ 6748458 h 6858002"/>
                <a:gd name="connsiteX462" fmla="*/ 4441507 w 4572002"/>
                <a:gd name="connsiteY462" fmla="*/ 6815516 h 6858002"/>
                <a:gd name="connsiteX463" fmla="*/ 4431806 w 4572002"/>
                <a:gd name="connsiteY463" fmla="*/ 6858001 h 6858002"/>
                <a:gd name="connsiteX464" fmla="*/ 4259554 w 4572002"/>
                <a:gd name="connsiteY464" fmla="*/ 6858001 h 6858002"/>
                <a:gd name="connsiteX465" fmla="*/ 4259554 w 4572002"/>
                <a:gd name="connsiteY465" fmla="*/ 6858002 h 6858002"/>
                <a:gd name="connsiteX466" fmla="*/ 0 w 4572002"/>
                <a:gd name="connsiteY466" fmla="*/ 6858002 h 6858002"/>
                <a:gd name="connsiteX467" fmla="*/ 0 w 4572002"/>
                <a:gd name="connsiteY467" fmla="*/ 2 h 6858002"/>
                <a:gd name="connsiteX468" fmla="*/ 3766492 w 4572002"/>
                <a:gd name="connsiteY468" fmla="*/ 1 h 6858002"/>
                <a:gd name="connsiteX469" fmla="*/ 3769210 w 4572002"/>
                <a:gd name="connsiteY469" fmla="*/ 21486 h 685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</a:cxnLst>
              <a:rect l="l" t="t" r="r" b="b"/>
              <a:pathLst>
                <a:path w="4572002" h="6858002">
                  <a:moveTo>
                    <a:pt x="4214994" y="6564620"/>
                  </a:moveTo>
                  <a:lnTo>
                    <a:pt x="4214994" y="6564621"/>
                  </a:lnTo>
                  <a:cubicBezTo>
                    <a:pt x="4225281" y="6575479"/>
                    <a:pt x="4231378" y="6582147"/>
                    <a:pt x="4237474" y="6588626"/>
                  </a:cubicBezTo>
                  <a:lnTo>
                    <a:pt x="4254096" y="6625225"/>
                  </a:lnTo>
                  <a:lnTo>
                    <a:pt x="4247001" y="6662540"/>
                  </a:lnTo>
                  <a:lnTo>
                    <a:pt x="4247000" y="6662541"/>
                  </a:lnTo>
                  <a:lnTo>
                    <a:pt x="4246999" y="6662544"/>
                  </a:lnTo>
                  <a:lnTo>
                    <a:pt x="4235550" y="6683027"/>
                  </a:lnTo>
                  <a:lnTo>
                    <a:pt x="4232403" y="6702976"/>
                  </a:lnTo>
                  <a:lnTo>
                    <a:pt x="4232403" y="6702977"/>
                  </a:lnTo>
                  <a:cubicBezTo>
                    <a:pt x="4232808" y="6716169"/>
                    <a:pt x="4237951" y="6729219"/>
                    <a:pt x="4246238" y="6742553"/>
                  </a:cubicBezTo>
                  <a:lnTo>
                    <a:pt x="4246239" y="6742555"/>
                  </a:lnTo>
                  <a:lnTo>
                    <a:pt x="4265716" y="6812062"/>
                  </a:lnTo>
                  <a:lnTo>
                    <a:pt x="4265717" y="6812064"/>
                  </a:lnTo>
                  <a:lnTo>
                    <a:pt x="4265717" y="6812063"/>
                  </a:lnTo>
                  <a:lnTo>
                    <a:pt x="4265716" y="6812062"/>
                  </a:lnTo>
                  <a:lnTo>
                    <a:pt x="4260942" y="6776800"/>
                  </a:lnTo>
                  <a:lnTo>
                    <a:pt x="4246239" y="6742555"/>
                  </a:lnTo>
                  <a:lnTo>
                    <a:pt x="4246238" y="6742552"/>
                  </a:lnTo>
                  <a:lnTo>
                    <a:pt x="4232403" y="6702976"/>
                  </a:lnTo>
                  <a:lnTo>
                    <a:pt x="4246999" y="6662544"/>
                  </a:lnTo>
                  <a:lnTo>
                    <a:pt x="4247000" y="6662542"/>
                  </a:lnTo>
                  <a:lnTo>
                    <a:pt x="4247001" y="6662540"/>
                  </a:lnTo>
                  <a:lnTo>
                    <a:pt x="4254084" y="6645552"/>
                  </a:lnTo>
                  <a:lnTo>
                    <a:pt x="4254096" y="6625225"/>
                  </a:lnTo>
                  <a:lnTo>
                    <a:pt x="4254096" y="6625224"/>
                  </a:lnTo>
                  <a:cubicBezTo>
                    <a:pt x="4252000" y="6611341"/>
                    <a:pt x="4245951" y="6597578"/>
                    <a:pt x="4237474" y="6588625"/>
                  </a:cubicBezTo>
                  <a:close/>
                  <a:moveTo>
                    <a:pt x="4295315" y="6438981"/>
                  </a:moveTo>
                  <a:lnTo>
                    <a:pt x="4275385" y="6463840"/>
                  </a:lnTo>
                  <a:lnTo>
                    <a:pt x="4275382" y="6463849"/>
                  </a:lnTo>
                  <a:lnTo>
                    <a:pt x="4261587" y="6513012"/>
                  </a:lnTo>
                  <a:lnTo>
                    <a:pt x="4242781" y="6546194"/>
                  </a:lnTo>
                  <a:lnTo>
                    <a:pt x="4242781" y="6546195"/>
                  </a:lnTo>
                  <a:lnTo>
                    <a:pt x="4259120" y="6521804"/>
                  </a:lnTo>
                  <a:lnTo>
                    <a:pt x="4261587" y="6513012"/>
                  </a:lnTo>
                  <a:lnTo>
                    <a:pt x="4264398" y="6508052"/>
                  </a:lnTo>
                  <a:lnTo>
                    <a:pt x="4275382" y="6463849"/>
                  </a:lnTo>
                  <a:lnTo>
                    <a:pt x="4275385" y="6463841"/>
                  </a:lnTo>
                  <a:cubicBezTo>
                    <a:pt x="4278336" y="6451650"/>
                    <a:pt x="4285813" y="6444077"/>
                    <a:pt x="4295315" y="6438981"/>
                  </a:cubicBezTo>
                  <a:close/>
                  <a:moveTo>
                    <a:pt x="4381289" y="6365204"/>
                  </a:moveTo>
                  <a:lnTo>
                    <a:pt x="4380008" y="6387910"/>
                  </a:lnTo>
                  <a:lnTo>
                    <a:pt x="4378243" y="6391549"/>
                  </a:lnTo>
                  <a:lnTo>
                    <a:pt x="4370589" y="6407332"/>
                  </a:lnTo>
                  <a:lnTo>
                    <a:pt x="4370589" y="6407333"/>
                  </a:lnTo>
                  <a:lnTo>
                    <a:pt x="4378243" y="6391549"/>
                  </a:lnTo>
                  <a:lnTo>
                    <a:pt x="4380008" y="6387910"/>
                  </a:lnTo>
                  <a:close/>
                  <a:moveTo>
                    <a:pt x="4142220" y="4221391"/>
                  </a:moveTo>
                  <a:lnTo>
                    <a:pt x="4142220" y="4221392"/>
                  </a:lnTo>
                  <a:cubicBezTo>
                    <a:pt x="4142982" y="4232061"/>
                    <a:pt x="4143172" y="4243873"/>
                    <a:pt x="4147936" y="4253015"/>
                  </a:cubicBezTo>
                  <a:cubicBezTo>
                    <a:pt x="4160129" y="4277402"/>
                    <a:pt x="4175749" y="4300071"/>
                    <a:pt x="4187752" y="4324646"/>
                  </a:cubicBezTo>
                  <a:lnTo>
                    <a:pt x="4196706" y="4363891"/>
                  </a:lnTo>
                  <a:lnTo>
                    <a:pt x="4195944" y="4482004"/>
                  </a:lnTo>
                  <a:cubicBezTo>
                    <a:pt x="4193276" y="4546776"/>
                    <a:pt x="4192704" y="4612500"/>
                    <a:pt x="4135934" y="4659174"/>
                  </a:cubicBezTo>
                  <a:cubicBezTo>
                    <a:pt x="4131362" y="4662986"/>
                    <a:pt x="4128694" y="4671176"/>
                    <a:pt x="4127932" y="4677655"/>
                  </a:cubicBezTo>
                  <a:cubicBezTo>
                    <a:pt x="4124313" y="4707564"/>
                    <a:pt x="4123931" y="4738235"/>
                    <a:pt x="4118025" y="4767764"/>
                  </a:cubicBezTo>
                  <a:cubicBezTo>
                    <a:pt x="4115644" y="4779575"/>
                    <a:pt x="4114835" y="4790387"/>
                    <a:pt x="4116716" y="4800483"/>
                  </a:cubicBezTo>
                  <a:lnTo>
                    <a:pt x="4116716" y="4800484"/>
                  </a:lnTo>
                  <a:cubicBezTo>
                    <a:pt x="4118597" y="4810581"/>
                    <a:pt x="4123170" y="4819964"/>
                    <a:pt x="4131552" y="4828917"/>
                  </a:cubicBezTo>
                  <a:lnTo>
                    <a:pt x="4153733" y="4863343"/>
                  </a:lnTo>
                  <a:lnTo>
                    <a:pt x="4161262" y="4889275"/>
                  </a:lnTo>
                  <a:lnTo>
                    <a:pt x="4159557" y="4912168"/>
                  </a:lnTo>
                  <a:cubicBezTo>
                    <a:pt x="4157842" y="4919978"/>
                    <a:pt x="4157485" y="4927122"/>
                    <a:pt x="4158155" y="4933804"/>
                  </a:cubicBezTo>
                  <a:lnTo>
                    <a:pt x="4158155" y="4933805"/>
                  </a:lnTo>
                  <a:lnTo>
                    <a:pt x="4162914" y="4952673"/>
                  </a:lnTo>
                  <a:lnTo>
                    <a:pt x="4165707" y="4957454"/>
                  </a:lnTo>
                  <a:lnTo>
                    <a:pt x="4166985" y="4961456"/>
                  </a:lnTo>
                  <a:cubicBezTo>
                    <a:pt x="4171496" y="4970097"/>
                    <a:pt x="4177202" y="4978394"/>
                    <a:pt x="4182989" y="4987038"/>
                  </a:cubicBezTo>
                  <a:cubicBezTo>
                    <a:pt x="4194228" y="5003802"/>
                    <a:pt x="4208326" y="5022853"/>
                    <a:pt x="4209468" y="5041522"/>
                  </a:cubicBezTo>
                  <a:cubicBezTo>
                    <a:pt x="4210087" y="5052096"/>
                    <a:pt x="4213005" y="5062300"/>
                    <a:pt x="4216684" y="5072376"/>
                  </a:cubicBezTo>
                  <a:lnTo>
                    <a:pt x="4222587" y="5087441"/>
                  </a:lnTo>
                  <a:lnTo>
                    <a:pt x="4235615" y="5133220"/>
                  </a:lnTo>
                  <a:lnTo>
                    <a:pt x="4235616" y="5133225"/>
                  </a:lnTo>
                  <a:lnTo>
                    <a:pt x="4228901" y="5166113"/>
                  </a:lnTo>
                  <a:lnTo>
                    <a:pt x="4228901" y="5166114"/>
                  </a:lnTo>
                  <a:cubicBezTo>
                    <a:pt x="4228139" y="5167638"/>
                    <a:pt x="4228712" y="5169781"/>
                    <a:pt x="4229593" y="5172091"/>
                  </a:cubicBezTo>
                  <a:lnTo>
                    <a:pt x="4232139" y="5179068"/>
                  </a:lnTo>
                  <a:cubicBezTo>
                    <a:pt x="4235759" y="5196595"/>
                    <a:pt x="4235807" y="5213598"/>
                    <a:pt x="4231973" y="5229434"/>
                  </a:cubicBezTo>
                  <a:lnTo>
                    <a:pt x="4225669" y="5241089"/>
                  </a:lnTo>
                  <a:lnTo>
                    <a:pt x="4208517" y="5272796"/>
                  </a:lnTo>
                  <a:cubicBezTo>
                    <a:pt x="4196871" y="5285441"/>
                    <a:pt x="4189165" y="5298595"/>
                    <a:pt x="4184613" y="5312288"/>
                  </a:cubicBezTo>
                  <a:lnTo>
                    <a:pt x="4183557" y="5321350"/>
                  </a:lnTo>
                  <a:lnTo>
                    <a:pt x="4181083" y="5326163"/>
                  </a:lnTo>
                  <a:lnTo>
                    <a:pt x="4179637" y="5355014"/>
                  </a:lnTo>
                  <a:lnTo>
                    <a:pt x="4179637" y="5355015"/>
                  </a:lnTo>
                  <a:cubicBezTo>
                    <a:pt x="4180286" y="5364883"/>
                    <a:pt x="4181989" y="5375003"/>
                    <a:pt x="4184513" y="5385385"/>
                  </a:cubicBezTo>
                  <a:cubicBezTo>
                    <a:pt x="4187752" y="5398722"/>
                    <a:pt x="4190038" y="5412058"/>
                    <a:pt x="4192704" y="5425583"/>
                  </a:cubicBezTo>
                  <a:cubicBezTo>
                    <a:pt x="4196514" y="5443871"/>
                    <a:pt x="4200516" y="5462352"/>
                    <a:pt x="4204327" y="5480638"/>
                  </a:cubicBezTo>
                  <a:lnTo>
                    <a:pt x="4208850" y="5507668"/>
                  </a:lnTo>
                  <a:lnTo>
                    <a:pt x="4198232" y="5531692"/>
                  </a:lnTo>
                  <a:lnTo>
                    <a:pt x="4198231" y="5531693"/>
                  </a:lnTo>
                  <a:cubicBezTo>
                    <a:pt x="4191181" y="5537600"/>
                    <a:pt x="4187989" y="5542649"/>
                    <a:pt x="4188085" y="5547578"/>
                  </a:cubicBezTo>
                  <a:lnTo>
                    <a:pt x="4188085" y="5547579"/>
                  </a:lnTo>
                  <a:cubicBezTo>
                    <a:pt x="4188180" y="5552508"/>
                    <a:pt x="4191562" y="5557318"/>
                    <a:pt x="4197659" y="5562747"/>
                  </a:cubicBezTo>
                  <a:cubicBezTo>
                    <a:pt x="4240332" y="5600468"/>
                    <a:pt x="4267003" y="5646190"/>
                    <a:pt x="4268907" y="5704484"/>
                  </a:cubicBezTo>
                  <a:cubicBezTo>
                    <a:pt x="4269289" y="5716486"/>
                    <a:pt x="4271954" y="5728679"/>
                    <a:pt x="4274812" y="5740489"/>
                  </a:cubicBezTo>
                  <a:cubicBezTo>
                    <a:pt x="4276527" y="5747729"/>
                    <a:pt x="4278433" y="5756494"/>
                    <a:pt x="4283578" y="5760874"/>
                  </a:cubicBezTo>
                  <a:cubicBezTo>
                    <a:pt x="4322821" y="5794975"/>
                    <a:pt x="4350063" y="5837458"/>
                    <a:pt x="4371973" y="5883752"/>
                  </a:cubicBezTo>
                  <a:lnTo>
                    <a:pt x="4371974" y="5883757"/>
                  </a:lnTo>
                  <a:lnTo>
                    <a:pt x="4389877" y="5935946"/>
                  </a:lnTo>
                  <a:lnTo>
                    <a:pt x="4389878" y="5935950"/>
                  </a:lnTo>
                  <a:lnTo>
                    <a:pt x="4386259" y="5993290"/>
                  </a:lnTo>
                  <a:lnTo>
                    <a:pt x="4386259" y="5993291"/>
                  </a:lnTo>
                  <a:cubicBezTo>
                    <a:pt x="4385116" y="6004531"/>
                    <a:pt x="4385306" y="6017485"/>
                    <a:pt x="4379782" y="6026440"/>
                  </a:cubicBezTo>
                  <a:cubicBezTo>
                    <a:pt x="4362445" y="6054825"/>
                    <a:pt x="4343778" y="6082258"/>
                    <a:pt x="4323583" y="6108738"/>
                  </a:cubicBezTo>
                  <a:cubicBezTo>
                    <a:pt x="4314914" y="6120074"/>
                    <a:pt x="4309961" y="6126884"/>
                    <a:pt x="4309890" y="6133314"/>
                  </a:cubicBezTo>
                  <a:lnTo>
                    <a:pt x="4309890" y="6133315"/>
                  </a:lnTo>
                  <a:lnTo>
                    <a:pt x="4313591" y="6143190"/>
                  </a:lnTo>
                  <a:lnTo>
                    <a:pt x="4325486" y="6155600"/>
                  </a:lnTo>
                  <a:lnTo>
                    <a:pt x="4325488" y="6155603"/>
                  </a:lnTo>
                  <a:cubicBezTo>
                    <a:pt x="4347778" y="6175798"/>
                    <a:pt x="4359398" y="6200945"/>
                    <a:pt x="4364160" y="6228757"/>
                  </a:cubicBezTo>
                  <a:lnTo>
                    <a:pt x="4381497" y="6361540"/>
                  </a:lnTo>
                  <a:lnTo>
                    <a:pt x="4381497" y="6361539"/>
                  </a:lnTo>
                  <a:cubicBezTo>
                    <a:pt x="4377877" y="6317151"/>
                    <a:pt x="4371590" y="6272764"/>
                    <a:pt x="4364160" y="6228756"/>
                  </a:cubicBezTo>
                  <a:cubicBezTo>
                    <a:pt x="4359398" y="6200944"/>
                    <a:pt x="4347778" y="6175797"/>
                    <a:pt x="4325488" y="6155602"/>
                  </a:cubicBezTo>
                  <a:lnTo>
                    <a:pt x="4325486" y="6155600"/>
                  </a:lnTo>
                  <a:lnTo>
                    <a:pt x="4309890" y="6133315"/>
                  </a:lnTo>
                  <a:lnTo>
                    <a:pt x="4323583" y="6108739"/>
                  </a:lnTo>
                  <a:cubicBezTo>
                    <a:pt x="4343778" y="6082259"/>
                    <a:pt x="4362445" y="6054826"/>
                    <a:pt x="4379782" y="6026441"/>
                  </a:cubicBezTo>
                  <a:cubicBezTo>
                    <a:pt x="4385306" y="6017486"/>
                    <a:pt x="4385116" y="6004532"/>
                    <a:pt x="4386259" y="5993292"/>
                  </a:cubicBezTo>
                  <a:lnTo>
                    <a:pt x="4386259" y="5993290"/>
                  </a:lnTo>
                  <a:lnTo>
                    <a:pt x="4389712" y="5964477"/>
                  </a:lnTo>
                  <a:lnTo>
                    <a:pt x="4389878" y="5935950"/>
                  </a:lnTo>
                  <a:lnTo>
                    <a:pt x="4389878" y="5935949"/>
                  </a:lnTo>
                  <a:lnTo>
                    <a:pt x="4389877" y="5935946"/>
                  </a:lnTo>
                  <a:lnTo>
                    <a:pt x="4382997" y="5909351"/>
                  </a:lnTo>
                  <a:lnTo>
                    <a:pt x="4371974" y="5883757"/>
                  </a:lnTo>
                  <a:lnTo>
                    <a:pt x="4371973" y="5883751"/>
                  </a:lnTo>
                  <a:cubicBezTo>
                    <a:pt x="4350063" y="5837457"/>
                    <a:pt x="4322821" y="5794974"/>
                    <a:pt x="4283578" y="5760873"/>
                  </a:cubicBezTo>
                  <a:cubicBezTo>
                    <a:pt x="4278433" y="5756493"/>
                    <a:pt x="4276527" y="5747728"/>
                    <a:pt x="4274812" y="5740488"/>
                  </a:cubicBezTo>
                  <a:cubicBezTo>
                    <a:pt x="4271954" y="5728678"/>
                    <a:pt x="4269289" y="5716485"/>
                    <a:pt x="4268907" y="5704483"/>
                  </a:cubicBezTo>
                  <a:cubicBezTo>
                    <a:pt x="4267003" y="5646189"/>
                    <a:pt x="4240332" y="5600467"/>
                    <a:pt x="4197659" y="5562746"/>
                  </a:cubicBezTo>
                  <a:lnTo>
                    <a:pt x="4188085" y="5547578"/>
                  </a:lnTo>
                  <a:lnTo>
                    <a:pt x="4198231" y="5531694"/>
                  </a:lnTo>
                  <a:lnTo>
                    <a:pt x="4198232" y="5531692"/>
                  </a:lnTo>
                  <a:lnTo>
                    <a:pt x="4206630" y="5520422"/>
                  </a:lnTo>
                  <a:lnTo>
                    <a:pt x="4208850" y="5507668"/>
                  </a:lnTo>
                  <a:lnTo>
                    <a:pt x="4208850" y="5507667"/>
                  </a:lnTo>
                  <a:cubicBezTo>
                    <a:pt x="4208803" y="5498832"/>
                    <a:pt x="4206231" y="5489497"/>
                    <a:pt x="4204327" y="5480637"/>
                  </a:cubicBezTo>
                  <a:cubicBezTo>
                    <a:pt x="4200516" y="5462351"/>
                    <a:pt x="4196514" y="5443870"/>
                    <a:pt x="4192704" y="5425582"/>
                  </a:cubicBezTo>
                  <a:cubicBezTo>
                    <a:pt x="4190038" y="5412057"/>
                    <a:pt x="4187752" y="5398721"/>
                    <a:pt x="4184513" y="5385384"/>
                  </a:cubicBezTo>
                  <a:lnTo>
                    <a:pt x="4179637" y="5355014"/>
                  </a:lnTo>
                  <a:lnTo>
                    <a:pt x="4183557" y="5321350"/>
                  </a:lnTo>
                  <a:lnTo>
                    <a:pt x="4208517" y="5272797"/>
                  </a:lnTo>
                  <a:lnTo>
                    <a:pt x="4225669" y="5241089"/>
                  </a:lnTo>
                  <a:lnTo>
                    <a:pt x="4231973" y="5229433"/>
                  </a:lnTo>
                  <a:lnTo>
                    <a:pt x="4232139" y="5179068"/>
                  </a:lnTo>
                  <a:lnTo>
                    <a:pt x="4232139" y="5179067"/>
                  </a:lnTo>
                  <a:cubicBezTo>
                    <a:pt x="4231663" y="5176876"/>
                    <a:pt x="4230473" y="5174400"/>
                    <a:pt x="4229593" y="5172090"/>
                  </a:cubicBezTo>
                  <a:lnTo>
                    <a:pt x="4228901" y="5166114"/>
                  </a:lnTo>
                  <a:lnTo>
                    <a:pt x="4235616" y="5133225"/>
                  </a:lnTo>
                  <a:lnTo>
                    <a:pt x="4235616" y="5133224"/>
                  </a:lnTo>
                  <a:lnTo>
                    <a:pt x="4235615" y="5133220"/>
                  </a:lnTo>
                  <a:lnTo>
                    <a:pt x="4228473" y="5102461"/>
                  </a:lnTo>
                  <a:lnTo>
                    <a:pt x="4222587" y="5087441"/>
                  </a:lnTo>
                  <a:lnTo>
                    <a:pt x="4222582" y="5087423"/>
                  </a:lnTo>
                  <a:cubicBezTo>
                    <a:pt x="4216496" y="5072411"/>
                    <a:pt x="4210397" y="5057381"/>
                    <a:pt x="4209468" y="5041521"/>
                  </a:cubicBezTo>
                  <a:cubicBezTo>
                    <a:pt x="4208326" y="5022852"/>
                    <a:pt x="4194228" y="5003801"/>
                    <a:pt x="4182989" y="4987037"/>
                  </a:cubicBezTo>
                  <a:lnTo>
                    <a:pt x="4165707" y="4957454"/>
                  </a:lnTo>
                  <a:lnTo>
                    <a:pt x="4158155" y="4933805"/>
                  </a:lnTo>
                  <a:lnTo>
                    <a:pt x="4159557" y="4912169"/>
                  </a:lnTo>
                  <a:cubicBezTo>
                    <a:pt x="4161319" y="4904358"/>
                    <a:pt x="4161831" y="4896714"/>
                    <a:pt x="4161262" y="4889276"/>
                  </a:cubicBezTo>
                  <a:lnTo>
                    <a:pt x="4161262" y="4889275"/>
                  </a:lnTo>
                  <a:lnTo>
                    <a:pt x="4156484" y="4867614"/>
                  </a:lnTo>
                  <a:lnTo>
                    <a:pt x="4153733" y="4863343"/>
                  </a:lnTo>
                  <a:lnTo>
                    <a:pt x="4151983" y="4857317"/>
                  </a:lnTo>
                  <a:cubicBezTo>
                    <a:pt x="4146840" y="4847214"/>
                    <a:pt x="4139839" y="4837703"/>
                    <a:pt x="4131552" y="4828916"/>
                  </a:cubicBezTo>
                  <a:lnTo>
                    <a:pt x="4116716" y="4800483"/>
                  </a:lnTo>
                  <a:lnTo>
                    <a:pt x="4118025" y="4767765"/>
                  </a:lnTo>
                  <a:cubicBezTo>
                    <a:pt x="4123931" y="4738236"/>
                    <a:pt x="4124313" y="4707565"/>
                    <a:pt x="4127932" y="4677656"/>
                  </a:cubicBezTo>
                  <a:cubicBezTo>
                    <a:pt x="4128694" y="4671177"/>
                    <a:pt x="4131362" y="4662987"/>
                    <a:pt x="4135934" y="4659175"/>
                  </a:cubicBezTo>
                  <a:cubicBezTo>
                    <a:pt x="4192704" y="4612501"/>
                    <a:pt x="4193276" y="4546777"/>
                    <a:pt x="4195944" y="4482005"/>
                  </a:cubicBezTo>
                  <a:cubicBezTo>
                    <a:pt x="4197659" y="4442762"/>
                    <a:pt x="4197659" y="4403326"/>
                    <a:pt x="4196706" y="4363891"/>
                  </a:cubicBezTo>
                  <a:lnTo>
                    <a:pt x="4196706" y="4363890"/>
                  </a:lnTo>
                  <a:cubicBezTo>
                    <a:pt x="4196514" y="4350554"/>
                    <a:pt x="4193466" y="4336457"/>
                    <a:pt x="4187752" y="4324645"/>
                  </a:cubicBezTo>
                  <a:cubicBezTo>
                    <a:pt x="4175749" y="4300070"/>
                    <a:pt x="4160129" y="4277401"/>
                    <a:pt x="4147936" y="4253014"/>
                  </a:cubicBezTo>
                  <a:close/>
                  <a:moveTo>
                    <a:pt x="4211111" y="2836172"/>
                  </a:moveTo>
                  <a:lnTo>
                    <a:pt x="4202421" y="2848793"/>
                  </a:lnTo>
                  <a:cubicBezTo>
                    <a:pt x="4197421" y="2865010"/>
                    <a:pt x="4191562" y="2881307"/>
                    <a:pt x="4186816" y="2897785"/>
                  </a:cubicBezTo>
                  <a:lnTo>
                    <a:pt x="4185787" y="2903551"/>
                  </a:lnTo>
                  <a:lnTo>
                    <a:pt x="4182513" y="2914328"/>
                  </a:lnTo>
                  <a:lnTo>
                    <a:pt x="4177882" y="2947858"/>
                  </a:lnTo>
                  <a:lnTo>
                    <a:pt x="4177881" y="2947862"/>
                  </a:lnTo>
                  <a:lnTo>
                    <a:pt x="4177881" y="2947863"/>
                  </a:lnTo>
                  <a:cubicBezTo>
                    <a:pt x="4177512" y="2959157"/>
                    <a:pt x="4178512" y="2970576"/>
                    <a:pt x="4181465" y="2982149"/>
                  </a:cubicBezTo>
                  <a:lnTo>
                    <a:pt x="4193158" y="3077402"/>
                  </a:lnTo>
                  <a:lnTo>
                    <a:pt x="4180703" y="3172654"/>
                  </a:lnTo>
                  <a:cubicBezTo>
                    <a:pt x="4154794" y="3276480"/>
                    <a:pt x="4127362" y="3380305"/>
                    <a:pt x="4133076" y="3489467"/>
                  </a:cubicBezTo>
                  <a:cubicBezTo>
                    <a:pt x="4134028" y="3507563"/>
                    <a:pt x="4122407" y="3529090"/>
                    <a:pt x="4110977" y="3544713"/>
                  </a:cubicBezTo>
                  <a:cubicBezTo>
                    <a:pt x="4100119" y="3559668"/>
                    <a:pt x="4094260" y="3566812"/>
                    <a:pt x="4093355" y="3574408"/>
                  </a:cubicBezTo>
                  <a:lnTo>
                    <a:pt x="4093355" y="3574409"/>
                  </a:lnTo>
                  <a:cubicBezTo>
                    <a:pt x="4092450" y="3582005"/>
                    <a:pt x="4096499" y="3590054"/>
                    <a:pt x="4105453" y="3606818"/>
                  </a:cubicBezTo>
                  <a:cubicBezTo>
                    <a:pt x="4109835" y="3614820"/>
                    <a:pt x="4112501" y="3624726"/>
                    <a:pt x="4118979" y="3630633"/>
                  </a:cubicBezTo>
                  <a:lnTo>
                    <a:pt x="4136708" y="3654416"/>
                  </a:lnTo>
                  <a:lnTo>
                    <a:pt x="4140382" y="3668940"/>
                  </a:lnTo>
                  <a:lnTo>
                    <a:pt x="4143220" y="3680164"/>
                  </a:lnTo>
                  <a:lnTo>
                    <a:pt x="4139172" y="3734837"/>
                  </a:lnTo>
                  <a:lnTo>
                    <a:pt x="4139172" y="3734838"/>
                  </a:lnTo>
                  <a:cubicBezTo>
                    <a:pt x="4138220" y="3741316"/>
                    <a:pt x="4136886" y="3749126"/>
                    <a:pt x="4139554" y="3754653"/>
                  </a:cubicBezTo>
                  <a:lnTo>
                    <a:pt x="4145911" y="3789776"/>
                  </a:lnTo>
                  <a:lnTo>
                    <a:pt x="4130980" y="3822472"/>
                  </a:lnTo>
                  <a:cubicBezTo>
                    <a:pt x="4123932" y="3831902"/>
                    <a:pt x="4118312" y="3842046"/>
                    <a:pt x="4116645" y="3852619"/>
                  </a:cubicBezTo>
                  <a:lnTo>
                    <a:pt x="4116645" y="3852620"/>
                  </a:lnTo>
                  <a:lnTo>
                    <a:pt x="4117425" y="3868764"/>
                  </a:lnTo>
                  <a:lnTo>
                    <a:pt x="4126028" y="3885337"/>
                  </a:lnTo>
                  <a:lnTo>
                    <a:pt x="4126028" y="3885339"/>
                  </a:lnTo>
                  <a:cubicBezTo>
                    <a:pt x="4135744" y="3897722"/>
                    <a:pt x="4143150" y="3910319"/>
                    <a:pt x="4148409" y="3923125"/>
                  </a:cubicBezTo>
                  <a:lnTo>
                    <a:pt x="4157913" y="3962160"/>
                  </a:lnTo>
                  <a:lnTo>
                    <a:pt x="4142221" y="4043838"/>
                  </a:lnTo>
                  <a:lnTo>
                    <a:pt x="4142220" y="4043839"/>
                  </a:lnTo>
                  <a:cubicBezTo>
                    <a:pt x="4133457" y="4063842"/>
                    <a:pt x="4128075" y="4083702"/>
                    <a:pt x="4127099" y="4103825"/>
                  </a:cubicBezTo>
                  <a:lnTo>
                    <a:pt x="4127099" y="4103826"/>
                  </a:lnTo>
                  <a:lnTo>
                    <a:pt x="4129066" y="4134256"/>
                  </a:lnTo>
                  <a:lnTo>
                    <a:pt x="4138410" y="4165382"/>
                  </a:lnTo>
                  <a:lnTo>
                    <a:pt x="4138410" y="4165384"/>
                  </a:lnTo>
                  <a:lnTo>
                    <a:pt x="4142315" y="4192388"/>
                  </a:lnTo>
                  <a:lnTo>
                    <a:pt x="4142315" y="4192387"/>
                  </a:lnTo>
                  <a:cubicBezTo>
                    <a:pt x="4142411" y="4182767"/>
                    <a:pt x="4141839" y="4173480"/>
                    <a:pt x="4138410" y="4165383"/>
                  </a:cubicBezTo>
                  <a:lnTo>
                    <a:pt x="4138410" y="4165382"/>
                  </a:lnTo>
                  <a:lnTo>
                    <a:pt x="4127099" y="4103826"/>
                  </a:lnTo>
                  <a:lnTo>
                    <a:pt x="4142220" y="4043840"/>
                  </a:lnTo>
                  <a:lnTo>
                    <a:pt x="4142221" y="4043838"/>
                  </a:lnTo>
                  <a:lnTo>
                    <a:pt x="4155523" y="4002410"/>
                  </a:lnTo>
                  <a:lnTo>
                    <a:pt x="4157913" y="3962160"/>
                  </a:lnTo>
                  <a:lnTo>
                    <a:pt x="4157913" y="3962159"/>
                  </a:lnTo>
                  <a:cubicBezTo>
                    <a:pt x="4155651" y="3935727"/>
                    <a:pt x="4145460" y="3910104"/>
                    <a:pt x="4126028" y="3885338"/>
                  </a:cubicBezTo>
                  <a:lnTo>
                    <a:pt x="4126028" y="3885337"/>
                  </a:lnTo>
                  <a:lnTo>
                    <a:pt x="4116645" y="3852620"/>
                  </a:lnTo>
                  <a:lnTo>
                    <a:pt x="4130980" y="3822473"/>
                  </a:lnTo>
                  <a:cubicBezTo>
                    <a:pt x="4139172" y="3811614"/>
                    <a:pt x="4144316" y="3800897"/>
                    <a:pt x="4145911" y="3789777"/>
                  </a:cubicBezTo>
                  <a:lnTo>
                    <a:pt x="4145911" y="3789776"/>
                  </a:lnTo>
                  <a:cubicBezTo>
                    <a:pt x="4147507" y="3778655"/>
                    <a:pt x="4145554" y="3767130"/>
                    <a:pt x="4139554" y="3754652"/>
                  </a:cubicBezTo>
                  <a:lnTo>
                    <a:pt x="4139172" y="3734838"/>
                  </a:lnTo>
                  <a:lnTo>
                    <a:pt x="4143220" y="3680164"/>
                  </a:lnTo>
                  <a:lnTo>
                    <a:pt x="4143220" y="3680163"/>
                  </a:lnTo>
                  <a:lnTo>
                    <a:pt x="4140382" y="3668940"/>
                  </a:lnTo>
                  <a:lnTo>
                    <a:pt x="4136708" y="3654416"/>
                  </a:lnTo>
                  <a:lnTo>
                    <a:pt x="4136708" y="3654416"/>
                  </a:lnTo>
                  <a:lnTo>
                    <a:pt x="4136708" y="3654415"/>
                  </a:lnTo>
                  <a:cubicBezTo>
                    <a:pt x="4132898" y="3646123"/>
                    <a:pt x="4127219" y="3638157"/>
                    <a:pt x="4118979" y="3630632"/>
                  </a:cubicBezTo>
                  <a:cubicBezTo>
                    <a:pt x="4112501" y="3624725"/>
                    <a:pt x="4109835" y="3614819"/>
                    <a:pt x="4105453" y="3606817"/>
                  </a:cubicBezTo>
                  <a:cubicBezTo>
                    <a:pt x="4100976" y="3598435"/>
                    <a:pt x="4097725" y="3592232"/>
                    <a:pt x="4095707" y="3587174"/>
                  </a:cubicBezTo>
                  <a:lnTo>
                    <a:pt x="4093355" y="3574408"/>
                  </a:lnTo>
                  <a:lnTo>
                    <a:pt x="4098434" y="3562321"/>
                  </a:lnTo>
                  <a:cubicBezTo>
                    <a:pt x="4101369" y="3557716"/>
                    <a:pt x="4105548" y="3552191"/>
                    <a:pt x="4110977" y="3544714"/>
                  </a:cubicBezTo>
                  <a:cubicBezTo>
                    <a:pt x="4122407" y="3529091"/>
                    <a:pt x="4134028" y="3507564"/>
                    <a:pt x="4133076" y="3489468"/>
                  </a:cubicBezTo>
                  <a:cubicBezTo>
                    <a:pt x="4127362" y="3380306"/>
                    <a:pt x="4154794" y="3276481"/>
                    <a:pt x="4180703" y="3172655"/>
                  </a:cubicBezTo>
                  <a:cubicBezTo>
                    <a:pt x="4188705" y="3140650"/>
                    <a:pt x="4192943" y="3109026"/>
                    <a:pt x="4193158" y="3077402"/>
                  </a:cubicBezTo>
                  <a:lnTo>
                    <a:pt x="4193158" y="3077401"/>
                  </a:lnTo>
                  <a:cubicBezTo>
                    <a:pt x="4193372" y="3045777"/>
                    <a:pt x="4189562" y="3014153"/>
                    <a:pt x="4181465" y="2982148"/>
                  </a:cubicBezTo>
                  <a:lnTo>
                    <a:pt x="4177881" y="2947863"/>
                  </a:lnTo>
                  <a:lnTo>
                    <a:pt x="4177882" y="2947858"/>
                  </a:lnTo>
                  <a:lnTo>
                    <a:pt x="4185787" y="2903551"/>
                  </a:lnTo>
                  <a:lnTo>
                    <a:pt x="4202421" y="2848794"/>
                  </a:lnTo>
                  <a:cubicBezTo>
                    <a:pt x="4203754" y="2844317"/>
                    <a:pt x="4207040" y="2839983"/>
                    <a:pt x="4211111" y="2836173"/>
                  </a:cubicBezTo>
                  <a:close/>
                  <a:moveTo>
                    <a:pt x="3726625" y="1508458"/>
                  </a:moveTo>
                  <a:lnTo>
                    <a:pt x="3698531" y="1596214"/>
                  </a:lnTo>
                  <a:cubicBezTo>
                    <a:pt x="3696054" y="1604979"/>
                    <a:pt x="3697579" y="1615837"/>
                    <a:pt x="3700436" y="1624981"/>
                  </a:cubicBezTo>
                  <a:cubicBezTo>
                    <a:pt x="3710152" y="1656224"/>
                    <a:pt x="3734537" y="1676037"/>
                    <a:pt x="3757017" y="1697754"/>
                  </a:cubicBezTo>
                  <a:cubicBezTo>
                    <a:pt x="3766924" y="1707280"/>
                    <a:pt x="3773972" y="1720424"/>
                    <a:pt x="3779686" y="1733189"/>
                  </a:cubicBezTo>
                  <a:cubicBezTo>
                    <a:pt x="3794357" y="1766336"/>
                    <a:pt x="3807501" y="1800247"/>
                    <a:pt x="3821407" y="1833776"/>
                  </a:cubicBezTo>
                  <a:cubicBezTo>
                    <a:pt x="3822741" y="1837014"/>
                    <a:pt x="3826170" y="1839680"/>
                    <a:pt x="3829028" y="1842159"/>
                  </a:cubicBezTo>
                  <a:cubicBezTo>
                    <a:pt x="3859129" y="1866923"/>
                    <a:pt x="3889418" y="1891498"/>
                    <a:pt x="3919519" y="1916455"/>
                  </a:cubicBezTo>
                  <a:cubicBezTo>
                    <a:pt x="3925233" y="1921217"/>
                    <a:pt x="3929425" y="1928077"/>
                    <a:pt x="3934949" y="1933220"/>
                  </a:cubicBezTo>
                  <a:cubicBezTo>
                    <a:pt x="3942569" y="1940460"/>
                    <a:pt x="3949810" y="1949604"/>
                    <a:pt x="3958954" y="1953414"/>
                  </a:cubicBezTo>
                  <a:cubicBezTo>
                    <a:pt x="3987719" y="1965225"/>
                    <a:pt x="4000103" y="1987895"/>
                    <a:pt x="4005437" y="2016470"/>
                  </a:cubicBezTo>
                  <a:cubicBezTo>
                    <a:pt x="4010390" y="2042571"/>
                    <a:pt x="4014582" y="2068670"/>
                    <a:pt x="4020296" y="2094579"/>
                  </a:cubicBezTo>
                  <a:cubicBezTo>
                    <a:pt x="4027154" y="2126202"/>
                    <a:pt x="4034584" y="2157637"/>
                    <a:pt x="4042967" y="2188880"/>
                  </a:cubicBezTo>
                  <a:cubicBezTo>
                    <a:pt x="4046587" y="2202405"/>
                    <a:pt x="4050777" y="2216693"/>
                    <a:pt x="4058207" y="2228315"/>
                  </a:cubicBezTo>
                  <a:cubicBezTo>
                    <a:pt x="4078782" y="2260891"/>
                    <a:pt x="4092688" y="2295754"/>
                    <a:pt x="4087164" y="2334045"/>
                  </a:cubicBezTo>
                  <a:cubicBezTo>
                    <a:pt x="4082782" y="2364716"/>
                    <a:pt x="4094022" y="2390435"/>
                    <a:pt x="4111549" y="2409486"/>
                  </a:cubicBezTo>
                  <a:cubicBezTo>
                    <a:pt x="4119503" y="2418155"/>
                    <a:pt x="4125016" y="2426977"/>
                    <a:pt x="4128650" y="2435913"/>
                  </a:cubicBezTo>
                  <a:lnTo>
                    <a:pt x="4134481" y="2463018"/>
                  </a:lnTo>
                  <a:lnTo>
                    <a:pt x="4125839" y="2518262"/>
                  </a:lnTo>
                  <a:lnTo>
                    <a:pt x="4125838" y="2518264"/>
                  </a:lnTo>
                  <a:cubicBezTo>
                    <a:pt x="4123171" y="2527790"/>
                    <a:pt x="4122027" y="2536457"/>
                    <a:pt x="4122194" y="2545006"/>
                  </a:cubicBezTo>
                  <a:lnTo>
                    <a:pt x="4122194" y="2545007"/>
                  </a:lnTo>
                  <a:cubicBezTo>
                    <a:pt x="4122360" y="2553556"/>
                    <a:pt x="4123837" y="2561986"/>
                    <a:pt x="4126408" y="2571035"/>
                  </a:cubicBezTo>
                  <a:cubicBezTo>
                    <a:pt x="4138410" y="2612946"/>
                    <a:pt x="4170987" y="2640951"/>
                    <a:pt x="4199563" y="2668002"/>
                  </a:cubicBezTo>
                  <a:cubicBezTo>
                    <a:pt x="4223947" y="2691055"/>
                    <a:pt x="4237663" y="2716964"/>
                    <a:pt x="4247953" y="2745349"/>
                  </a:cubicBezTo>
                  <a:lnTo>
                    <a:pt x="4247954" y="2745352"/>
                  </a:lnTo>
                  <a:lnTo>
                    <a:pt x="4253873" y="2778006"/>
                  </a:lnTo>
                  <a:lnTo>
                    <a:pt x="4253453" y="2785440"/>
                  </a:lnTo>
                  <a:lnTo>
                    <a:pt x="4243374" y="2811780"/>
                  </a:lnTo>
                  <a:lnTo>
                    <a:pt x="4243371" y="2811787"/>
                  </a:lnTo>
                  <a:lnTo>
                    <a:pt x="4243372" y="2811787"/>
                  </a:lnTo>
                  <a:lnTo>
                    <a:pt x="4243374" y="2811780"/>
                  </a:lnTo>
                  <a:lnTo>
                    <a:pt x="4253025" y="2793023"/>
                  </a:lnTo>
                  <a:lnTo>
                    <a:pt x="4253453" y="2785440"/>
                  </a:lnTo>
                  <a:lnTo>
                    <a:pt x="4254654" y="2782305"/>
                  </a:lnTo>
                  <a:lnTo>
                    <a:pt x="4253873" y="2778006"/>
                  </a:lnTo>
                  <a:lnTo>
                    <a:pt x="4254284" y="2770758"/>
                  </a:lnTo>
                  <a:lnTo>
                    <a:pt x="4247954" y="2745352"/>
                  </a:lnTo>
                  <a:lnTo>
                    <a:pt x="4247953" y="2745348"/>
                  </a:lnTo>
                  <a:cubicBezTo>
                    <a:pt x="4237663" y="2716963"/>
                    <a:pt x="4223947" y="2691054"/>
                    <a:pt x="4199563" y="2668001"/>
                  </a:cubicBezTo>
                  <a:cubicBezTo>
                    <a:pt x="4170987" y="2640950"/>
                    <a:pt x="4138410" y="2612945"/>
                    <a:pt x="4126408" y="2571034"/>
                  </a:cubicBezTo>
                  <a:lnTo>
                    <a:pt x="4122194" y="2545007"/>
                  </a:lnTo>
                  <a:lnTo>
                    <a:pt x="4125838" y="2518265"/>
                  </a:lnTo>
                  <a:lnTo>
                    <a:pt x="4125839" y="2518262"/>
                  </a:lnTo>
                  <a:lnTo>
                    <a:pt x="4132419" y="2490551"/>
                  </a:lnTo>
                  <a:lnTo>
                    <a:pt x="4134481" y="2463018"/>
                  </a:lnTo>
                  <a:lnTo>
                    <a:pt x="4134481" y="2463017"/>
                  </a:lnTo>
                  <a:cubicBezTo>
                    <a:pt x="4133600" y="2444777"/>
                    <a:pt x="4127457" y="2426822"/>
                    <a:pt x="4111549" y="2409485"/>
                  </a:cubicBezTo>
                  <a:cubicBezTo>
                    <a:pt x="4094022" y="2390434"/>
                    <a:pt x="4082782" y="2364715"/>
                    <a:pt x="4087164" y="2334044"/>
                  </a:cubicBezTo>
                  <a:cubicBezTo>
                    <a:pt x="4092688" y="2295753"/>
                    <a:pt x="4078782" y="2260890"/>
                    <a:pt x="4058207" y="2228314"/>
                  </a:cubicBezTo>
                  <a:cubicBezTo>
                    <a:pt x="4050777" y="2216692"/>
                    <a:pt x="4046587" y="2202404"/>
                    <a:pt x="4042967" y="2188879"/>
                  </a:cubicBezTo>
                  <a:cubicBezTo>
                    <a:pt x="4034584" y="2157636"/>
                    <a:pt x="4027154" y="2126201"/>
                    <a:pt x="4020296" y="2094578"/>
                  </a:cubicBezTo>
                  <a:cubicBezTo>
                    <a:pt x="4014582" y="2068669"/>
                    <a:pt x="4010390" y="2042570"/>
                    <a:pt x="4005437" y="2016469"/>
                  </a:cubicBezTo>
                  <a:cubicBezTo>
                    <a:pt x="4000103" y="1987894"/>
                    <a:pt x="3987719" y="1965224"/>
                    <a:pt x="3958954" y="1953413"/>
                  </a:cubicBezTo>
                  <a:cubicBezTo>
                    <a:pt x="3949810" y="1949603"/>
                    <a:pt x="3942569" y="1940459"/>
                    <a:pt x="3934949" y="1933219"/>
                  </a:cubicBezTo>
                  <a:cubicBezTo>
                    <a:pt x="3929425" y="1928076"/>
                    <a:pt x="3925233" y="1921216"/>
                    <a:pt x="3919519" y="1916454"/>
                  </a:cubicBezTo>
                  <a:cubicBezTo>
                    <a:pt x="3889418" y="1891497"/>
                    <a:pt x="3859129" y="1866922"/>
                    <a:pt x="3829028" y="1842158"/>
                  </a:cubicBezTo>
                  <a:cubicBezTo>
                    <a:pt x="3826170" y="1839679"/>
                    <a:pt x="3822741" y="1837013"/>
                    <a:pt x="3821407" y="1833775"/>
                  </a:cubicBezTo>
                  <a:cubicBezTo>
                    <a:pt x="3807501" y="1800246"/>
                    <a:pt x="3794358" y="1766335"/>
                    <a:pt x="3779686" y="1733188"/>
                  </a:cubicBezTo>
                  <a:cubicBezTo>
                    <a:pt x="3773972" y="1720423"/>
                    <a:pt x="3766924" y="1707279"/>
                    <a:pt x="3757018" y="1697753"/>
                  </a:cubicBezTo>
                  <a:cubicBezTo>
                    <a:pt x="3734538" y="1676036"/>
                    <a:pt x="3710152" y="1656223"/>
                    <a:pt x="3700436" y="1624980"/>
                  </a:cubicBezTo>
                  <a:cubicBezTo>
                    <a:pt x="3697580" y="1615836"/>
                    <a:pt x="3696055" y="1604978"/>
                    <a:pt x="3698532" y="1596213"/>
                  </a:cubicBezTo>
                  <a:close/>
                  <a:moveTo>
                    <a:pt x="3745230" y="1459073"/>
                  </a:moveTo>
                  <a:lnTo>
                    <a:pt x="3745229" y="1459074"/>
                  </a:lnTo>
                  <a:lnTo>
                    <a:pt x="3736012" y="1481572"/>
                  </a:lnTo>
                  <a:close/>
                  <a:moveTo>
                    <a:pt x="3764423" y="1268758"/>
                  </a:moveTo>
                  <a:cubicBezTo>
                    <a:pt x="3764875" y="1275402"/>
                    <a:pt x="3766447" y="1281689"/>
                    <a:pt x="3769590" y="1286070"/>
                  </a:cubicBezTo>
                  <a:cubicBezTo>
                    <a:pt x="3784163" y="1306930"/>
                    <a:pt x="3790403" y="1328553"/>
                    <a:pt x="3791927" y="1350628"/>
                  </a:cubicBezTo>
                  <a:lnTo>
                    <a:pt x="3786333" y="1413840"/>
                  </a:lnTo>
                  <a:lnTo>
                    <a:pt x="3791928" y="1350627"/>
                  </a:lnTo>
                  <a:cubicBezTo>
                    <a:pt x="3790403" y="1328552"/>
                    <a:pt x="3784164" y="1306930"/>
                    <a:pt x="3769590" y="1286069"/>
                  </a:cubicBezTo>
                  <a:close/>
                  <a:moveTo>
                    <a:pt x="3706152" y="773035"/>
                  </a:moveTo>
                  <a:lnTo>
                    <a:pt x="3706152" y="773036"/>
                  </a:lnTo>
                  <a:cubicBezTo>
                    <a:pt x="3708438" y="800277"/>
                    <a:pt x="3711676" y="827330"/>
                    <a:pt x="3714152" y="854380"/>
                  </a:cubicBezTo>
                  <a:cubicBezTo>
                    <a:pt x="3716438" y="878957"/>
                    <a:pt x="3717200" y="903723"/>
                    <a:pt x="3745205" y="915344"/>
                  </a:cubicBezTo>
                  <a:cubicBezTo>
                    <a:pt x="3749587" y="917060"/>
                    <a:pt x="3752825" y="922774"/>
                    <a:pt x="3755683" y="927156"/>
                  </a:cubicBezTo>
                  <a:cubicBezTo>
                    <a:pt x="3799691" y="994786"/>
                    <a:pt x="3798547" y="1030981"/>
                    <a:pt x="3752063" y="1097088"/>
                  </a:cubicBezTo>
                  <a:cubicBezTo>
                    <a:pt x="3747301" y="1103946"/>
                    <a:pt x="3743871" y="1118614"/>
                    <a:pt x="3747681" y="1123186"/>
                  </a:cubicBezTo>
                  <a:cubicBezTo>
                    <a:pt x="3763493" y="1142618"/>
                    <a:pt x="3770542" y="1162954"/>
                    <a:pt x="3772400" y="1184029"/>
                  </a:cubicBezTo>
                  <a:cubicBezTo>
                    <a:pt x="3770542" y="1162954"/>
                    <a:pt x="3763494" y="1142617"/>
                    <a:pt x="3747682" y="1123185"/>
                  </a:cubicBezTo>
                  <a:cubicBezTo>
                    <a:pt x="3743872" y="1118613"/>
                    <a:pt x="3747302" y="1103945"/>
                    <a:pt x="3752064" y="1097087"/>
                  </a:cubicBezTo>
                  <a:cubicBezTo>
                    <a:pt x="3798548" y="1030980"/>
                    <a:pt x="3799692" y="994785"/>
                    <a:pt x="3755684" y="927155"/>
                  </a:cubicBezTo>
                  <a:cubicBezTo>
                    <a:pt x="3752826" y="922773"/>
                    <a:pt x="3749588" y="917059"/>
                    <a:pt x="3745206" y="915343"/>
                  </a:cubicBezTo>
                  <a:cubicBezTo>
                    <a:pt x="3717200" y="903722"/>
                    <a:pt x="3716438" y="878956"/>
                    <a:pt x="3714152" y="854379"/>
                  </a:cubicBezTo>
                  <a:close/>
                  <a:moveTo>
                    <a:pt x="3761553" y="517851"/>
                  </a:moveTo>
                  <a:lnTo>
                    <a:pt x="3752635" y="556048"/>
                  </a:lnTo>
                  <a:cubicBezTo>
                    <a:pt x="3750539" y="564049"/>
                    <a:pt x="3745015" y="572623"/>
                    <a:pt x="3746157" y="580051"/>
                  </a:cubicBezTo>
                  <a:cubicBezTo>
                    <a:pt x="3749491" y="601579"/>
                    <a:pt x="3747062" y="622201"/>
                    <a:pt x="3742776" y="642538"/>
                  </a:cubicBezTo>
                  <a:lnTo>
                    <a:pt x="3730253" y="694928"/>
                  </a:lnTo>
                  <a:lnTo>
                    <a:pt x="3742777" y="642537"/>
                  </a:lnTo>
                  <a:cubicBezTo>
                    <a:pt x="3747063" y="622201"/>
                    <a:pt x="3749492" y="601578"/>
                    <a:pt x="3746158" y="580050"/>
                  </a:cubicBezTo>
                  <a:cubicBezTo>
                    <a:pt x="3745016" y="572622"/>
                    <a:pt x="3750540" y="564048"/>
                    <a:pt x="3752636" y="556047"/>
                  </a:cubicBezTo>
                  <a:close/>
                  <a:moveTo>
                    <a:pt x="3774848" y="298169"/>
                  </a:moveTo>
                  <a:lnTo>
                    <a:pt x="3760065" y="313534"/>
                  </a:lnTo>
                  <a:cubicBezTo>
                    <a:pt x="3755873" y="316390"/>
                    <a:pt x="3758159" y="330299"/>
                    <a:pt x="3759493" y="338871"/>
                  </a:cubicBezTo>
                  <a:lnTo>
                    <a:pt x="3759500" y="338900"/>
                  </a:lnTo>
                  <a:lnTo>
                    <a:pt x="3769400" y="395640"/>
                  </a:lnTo>
                  <a:lnTo>
                    <a:pt x="3765590" y="367328"/>
                  </a:lnTo>
                  <a:lnTo>
                    <a:pt x="3759500" y="338900"/>
                  </a:lnTo>
                  <a:lnTo>
                    <a:pt x="3759494" y="338870"/>
                  </a:lnTo>
                  <a:cubicBezTo>
                    <a:pt x="3758160" y="330298"/>
                    <a:pt x="3755874" y="316389"/>
                    <a:pt x="3760066" y="313533"/>
                  </a:cubicBezTo>
                  <a:close/>
                  <a:moveTo>
                    <a:pt x="3782393" y="281568"/>
                  </a:moveTo>
                  <a:lnTo>
                    <a:pt x="3777498" y="295415"/>
                  </a:lnTo>
                  <a:lnTo>
                    <a:pt x="3777499" y="295415"/>
                  </a:lnTo>
                  <a:close/>
                  <a:moveTo>
                    <a:pt x="3769073" y="24486"/>
                  </a:moveTo>
                  <a:lnTo>
                    <a:pt x="3766810" y="74129"/>
                  </a:lnTo>
                  <a:cubicBezTo>
                    <a:pt x="3767733" y="91492"/>
                    <a:pt x="3770043" y="108703"/>
                    <a:pt x="3772734" y="125861"/>
                  </a:cubicBezTo>
                  <a:lnTo>
                    <a:pt x="3777129" y="153387"/>
                  </a:lnTo>
                  <a:lnTo>
                    <a:pt x="3785402" y="228944"/>
                  </a:lnTo>
                  <a:lnTo>
                    <a:pt x="3780943" y="177271"/>
                  </a:lnTo>
                  <a:lnTo>
                    <a:pt x="3777129" y="153387"/>
                  </a:lnTo>
                  <a:lnTo>
                    <a:pt x="3776930" y="151569"/>
                  </a:lnTo>
                  <a:cubicBezTo>
                    <a:pt x="3772700" y="125876"/>
                    <a:pt x="3768195" y="100174"/>
                    <a:pt x="3766811" y="74129"/>
                  </a:cubicBezTo>
                  <a:close/>
                  <a:moveTo>
                    <a:pt x="3766492" y="0"/>
                  </a:moveTo>
                  <a:lnTo>
                    <a:pt x="4230600" y="0"/>
                  </a:lnTo>
                  <a:lnTo>
                    <a:pt x="4229473" y="2817"/>
                  </a:lnTo>
                  <a:cubicBezTo>
                    <a:pt x="4221092" y="21486"/>
                    <a:pt x="4218423" y="43012"/>
                    <a:pt x="4215375" y="63587"/>
                  </a:cubicBezTo>
                  <a:cubicBezTo>
                    <a:pt x="4209851" y="101308"/>
                    <a:pt x="4206421" y="139219"/>
                    <a:pt x="4201468" y="176939"/>
                  </a:cubicBezTo>
                  <a:cubicBezTo>
                    <a:pt x="4200325" y="184941"/>
                    <a:pt x="4198231" y="194085"/>
                    <a:pt x="4193466" y="200182"/>
                  </a:cubicBezTo>
                  <a:cubicBezTo>
                    <a:pt x="4161461" y="241901"/>
                    <a:pt x="4152508" y="292579"/>
                    <a:pt x="4155554" y="340774"/>
                  </a:cubicBezTo>
                  <a:cubicBezTo>
                    <a:pt x="4157843" y="378686"/>
                    <a:pt x="4159557" y="415835"/>
                    <a:pt x="4156319" y="453364"/>
                  </a:cubicBezTo>
                  <a:cubicBezTo>
                    <a:pt x="4156127" y="456222"/>
                    <a:pt x="4156509" y="460032"/>
                    <a:pt x="4158033" y="462126"/>
                  </a:cubicBezTo>
                  <a:cubicBezTo>
                    <a:pt x="4168129" y="475081"/>
                    <a:pt x="4168891" y="488607"/>
                    <a:pt x="4170605" y="505182"/>
                  </a:cubicBezTo>
                  <a:cubicBezTo>
                    <a:pt x="4173083" y="528615"/>
                    <a:pt x="4171367" y="550141"/>
                    <a:pt x="4167177" y="571860"/>
                  </a:cubicBezTo>
                  <a:cubicBezTo>
                    <a:pt x="4164129" y="587672"/>
                    <a:pt x="4157843" y="603673"/>
                    <a:pt x="4149840" y="617772"/>
                  </a:cubicBezTo>
                  <a:cubicBezTo>
                    <a:pt x="4138600" y="637392"/>
                    <a:pt x="4134220" y="656255"/>
                    <a:pt x="4149078" y="674923"/>
                  </a:cubicBezTo>
                  <a:cubicBezTo>
                    <a:pt x="4164891" y="695116"/>
                    <a:pt x="4159367" y="717977"/>
                    <a:pt x="4159937" y="740268"/>
                  </a:cubicBezTo>
                  <a:cubicBezTo>
                    <a:pt x="4160129" y="749982"/>
                    <a:pt x="4159747" y="760270"/>
                    <a:pt x="4162223" y="769605"/>
                  </a:cubicBezTo>
                  <a:cubicBezTo>
                    <a:pt x="4169273" y="796655"/>
                    <a:pt x="4179941" y="822756"/>
                    <a:pt x="4184703" y="850189"/>
                  </a:cubicBezTo>
                  <a:cubicBezTo>
                    <a:pt x="4187370" y="865430"/>
                    <a:pt x="4182607" y="882384"/>
                    <a:pt x="4179179" y="898198"/>
                  </a:cubicBezTo>
                  <a:cubicBezTo>
                    <a:pt x="4175559" y="914200"/>
                    <a:pt x="4170035" y="930011"/>
                    <a:pt x="4164319" y="945444"/>
                  </a:cubicBezTo>
                  <a:cubicBezTo>
                    <a:pt x="4160509" y="955920"/>
                    <a:pt x="4156889" y="967350"/>
                    <a:pt x="4150030" y="975733"/>
                  </a:cubicBezTo>
                  <a:cubicBezTo>
                    <a:pt x="4134410" y="994785"/>
                    <a:pt x="4131742" y="1014406"/>
                    <a:pt x="4139934" y="1036887"/>
                  </a:cubicBezTo>
                  <a:cubicBezTo>
                    <a:pt x="4141268" y="1040315"/>
                    <a:pt x="4141268" y="1044315"/>
                    <a:pt x="4141458" y="1048125"/>
                  </a:cubicBezTo>
                  <a:cubicBezTo>
                    <a:pt x="4145458" y="1109091"/>
                    <a:pt x="4147936" y="1170051"/>
                    <a:pt x="4154032" y="1230633"/>
                  </a:cubicBezTo>
                  <a:cubicBezTo>
                    <a:pt x="4156509" y="1255206"/>
                    <a:pt x="4167367" y="1278829"/>
                    <a:pt x="4174225" y="1303024"/>
                  </a:cubicBezTo>
                  <a:cubicBezTo>
                    <a:pt x="4175559" y="1307978"/>
                    <a:pt x="4177655" y="1313504"/>
                    <a:pt x="4176701" y="1318456"/>
                  </a:cubicBezTo>
                  <a:cubicBezTo>
                    <a:pt x="4167177" y="1372368"/>
                    <a:pt x="4181083" y="1422854"/>
                    <a:pt x="4199372" y="1472575"/>
                  </a:cubicBezTo>
                  <a:cubicBezTo>
                    <a:pt x="4201278" y="1477717"/>
                    <a:pt x="4200706" y="1484004"/>
                    <a:pt x="4200325" y="1489720"/>
                  </a:cubicBezTo>
                  <a:cubicBezTo>
                    <a:pt x="4198993" y="1505724"/>
                    <a:pt x="4192324" y="1523059"/>
                    <a:pt x="4196324" y="1537537"/>
                  </a:cubicBezTo>
                  <a:cubicBezTo>
                    <a:pt x="4207374" y="1576019"/>
                    <a:pt x="4220709" y="1614120"/>
                    <a:pt x="4237474" y="1650317"/>
                  </a:cubicBezTo>
                  <a:cubicBezTo>
                    <a:pt x="4254428" y="1687086"/>
                    <a:pt x="4268716" y="1721185"/>
                    <a:pt x="4251572" y="1763287"/>
                  </a:cubicBezTo>
                  <a:cubicBezTo>
                    <a:pt x="4244332" y="1781194"/>
                    <a:pt x="4249476" y="1804816"/>
                    <a:pt x="4251380" y="1825393"/>
                  </a:cubicBezTo>
                  <a:cubicBezTo>
                    <a:pt x="4252904" y="1840441"/>
                    <a:pt x="4261478" y="1854920"/>
                    <a:pt x="4261478" y="1869780"/>
                  </a:cubicBezTo>
                  <a:cubicBezTo>
                    <a:pt x="4261478" y="1909408"/>
                    <a:pt x="4271574" y="1944649"/>
                    <a:pt x="4292149" y="1978940"/>
                  </a:cubicBezTo>
                  <a:cubicBezTo>
                    <a:pt x="4300150" y="1992279"/>
                    <a:pt x="4294815" y="2013043"/>
                    <a:pt x="4296911" y="2030378"/>
                  </a:cubicBezTo>
                  <a:cubicBezTo>
                    <a:pt x="4299388" y="2048668"/>
                    <a:pt x="4301673" y="2067525"/>
                    <a:pt x="4307201" y="2085054"/>
                  </a:cubicBezTo>
                  <a:cubicBezTo>
                    <a:pt x="4321679" y="2130393"/>
                    <a:pt x="4338062" y="2175163"/>
                    <a:pt x="4353302" y="2220312"/>
                  </a:cubicBezTo>
                  <a:cubicBezTo>
                    <a:pt x="4365877" y="2257459"/>
                    <a:pt x="4355970" y="2294039"/>
                    <a:pt x="4350636" y="2330806"/>
                  </a:cubicBezTo>
                  <a:cubicBezTo>
                    <a:pt x="4347205" y="2353859"/>
                    <a:pt x="4339013" y="2375383"/>
                    <a:pt x="4351206" y="2401292"/>
                  </a:cubicBezTo>
                  <a:cubicBezTo>
                    <a:pt x="4362828" y="2426059"/>
                    <a:pt x="4360160" y="2457492"/>
                    <a:pt x="4366446" y="2485307"/>
                  </a:cubicBezTo>
                  <a:cubicBezTo>
                    <a:pt x="4371781" y="2508742"/>
                    <a:pt x="4380354" y="2531409"/>
                    <a:pt x="4388736" y="2554079"/>
                  </a:cubicBezTo>
                  <a:cubicBezTo>
                    <a:pt x="4400168" y="2584942"/>
                    <a:pt x="4412167" y="2615421"/>
                    <a:pt x="4406453" y="2649143"/>
                  </a:cubicBezTo>
                  <a:cubicBezTo>
                    <a:pt x="4399976" y="2687436"/>
                    <a:pt x="4424359" y="2713723"/>
                    <a:pt x="4440554" y="2743826"/>
                  </a:cubicBezTo>
                  <a:cubicBezTo>
                    <a:pt x="4451603" y="2764590"/>
                    <a:pt x="4459795" y="2787259"/>
                    <a:pt x="4466653" y="2809930"/>
                  </a:cubicBezTo>
                  <a:cubicBezTo>
                    <a:pt x="4475607" y="2840219"/>
                    <a:pt x="4480941" y="2871462"/>
                    <a:pt x="4489705" y="2901943"/>
                  </a:cubicBezTo>
                  <a:cubicBezTo>
                    <a:pt x="4502848" y="2948047"/>
                    <a:pt x="4513137" y="2994722"/>
                    <a:pt x="4505897" y="3042728"/>
                  </a:cubicBezTo>
                  <a:cubicBezTo>
                    <a:pt x="4502659" y="3064827"/>
                    <a:pt x="4502848" y="3085403"/>
                    <a:pt x="4507613" y="3107500"/>
                  </a:cubicBezTo>
                  <a:cubicBezTo>
                    <a:pt x="4515422" y="3143695"/>
                    <a:pt x="4516376" y="3180844"/>
                    <a:pt x="4545521" y="3209993"/>
                  </a:cubicBezTo>
                  <a:cubicBezTo>
                    <a:pt x="4555811" y="3220280"/>
                    <a:pt x="4558477" y="3238758"/>
                    <a:pt x="4563811" y="3253809"/>
                  </a:cubicBezTo>
                  <a:cubicBezTo>
                    <a:pt x="4570099" y="3271145"/>
                    <a:pt x="4566858" y="3283908"/>
                    <a:pt x="4548570" y="3293244"/>
                  </a:cubicBezTo>
                  <a:cubicBezTo>
                    <a:pt x="4540379" y="3297434"/>
                    <a:pt x="4532378" y="3309437"/>
                    <a:pt x="4531043" y="3318771"/>
                  </a:cubicBezTo>
                  <a:cubicBezTo>
                    <a:pt x="4527043" y="3346776"/>
                    <a:pt x="4532950" y="3372495"/>
                    <a:pt x="4545904" y="3399546"/>
                  </a:cubicBezTo>
                  <a:cubicBezTo>
                    <a:pt x="4558096" y="3424883"/>
                    <a:pt x="4556762" y="3456508"/>
                    <a:pt x="4561524" y="3485275"/>
                  </a:cubicBezTo>
                  <a:cubicBezTo>
                    <a:pt x="4564954" y="3505657"/>
                    <a:pt x="4572002" y="3526042"/>
                    <a:pt x="4572002" y="3546617"/>
                  </a:cubicBezTo>
                  <a:cubicBezTo>
                    <a:pt x="4572002" y="3572146"/>
                    <a:pt x="4565907" y="3597482"/>
                    <a:pt x="4563620" y="3623201"/>
                  </a:cubicBezTo>
                  <a:cubicBezTo>
                    <a:pt x="4561716" y="3643204"/>
                    <a:pt x="4562478" y="3663589"/>
                    <a:pt x="4560192" y="3683591"/>
                  </a:cubicBezTo>
                  <a:cubicBezTo>
                    <a:pt x="4558477" y="3699976"/>
                    <a:pt x="4554096" y="3716168"/>
                    <a:pt x="4550476" y="3732361"/>
                  </a:cubicBezTo>
                  <a:cubicBezTo>
                    <a:pt x="4549142" y="3738267"/>
                    <a:pt x="4543998" y="3744173"/>
                    <a:pt x="4544759" y="3749506"/>
                  </a:cubicBezTo>
                  <a:cubicBezTo>
                    <a:pt x="4552953" y="3802467"/>
                    <a:pt x="4516376" y="3840569"/>
                    <a:pt x="4500182" y="3885338"/>
                  </a:cubicBezTo>
                  <a:cubicBezTo>
                    <a:pt x="4483035" y="3932394"/>
                    <a:pt x="4456748" y="3977925"/>
                    <a:pt x="4464557" y="4030503"/>
                  </a:cubicBezTo>
                  <a:cubicBezTo>
                    <a:pt x="4469319" y="4062318"/>
                    <a:pt x="4480369" y="4092989"/>
                    <a:pt x="4487039" y="4124614"/>
                  </a:cubicBezTo>
                  <a:cubicBezTo>
                    <a:pt x="4489324" y="4135854"/>
                    <a:pt x="4488943" y="4148427"/>
                    <a:pt x="4486656" y="4159667"/>
                  </a:cubicBezTo>
                  <a:cubicBezTo>
                    <a:pt x="4476177" y="4213961"/>
                    <a:pt x="4474653" y="4267493"/>
                    <a:pt x="4491801" y="4320837"/>
                  </a:cubicBezTo>
                  <a:cubicBezTo>
                    <a:pt x="4494659" y="4329979"/>
                    <a:pt x="4497325" y="4339695"/>
                    <a:pt x="4497325" y="4349222"/>
                  </a:cubicBezTo>
                  <a:cubicBezTo>
                    <a:pt x="4497325" y="4401419"/>
                    <a:pt x="4493324" y="4452665"/>
                    <a:pt x="4474653" y="4502579"/>
                  </a:cubicBezTo>
                  <a:cubicBezTo>
                    <a:pt x="4468368" y="4519343"/>
                    <a:pt x="4472368" y="4539728"/>
                    <a:pt x="4470844" y="4558207"/>
                  </a:cubicBezTo>
                  <a:cubicBezTo>
                    <a:pt x="4469511" y="4575351"/>
                    <a:pt x="4468940" y="4592878"/>
                    <a:pt x="4464557" y="4609452"/>
                  </a:cubicBezTo>
                  <a:cubicBezTo>
                    <a:pt x="4458082" y="4633647"/>
                    <a:pt x="4457320" y="4656126"/>
                    <a:pt x="4463033" y="4681083"/>
                  </a:cubicBezTo>
                  <a:cubicBezTo>
                    <a:pt x="4468368" y="4704895"/>
                    <a:pt x="4465702" y="4730614"/>
                    <a:pt x="4465891" y="4755381"/>
                  </a:cubicBezTo>
                  <a:cubicBezTo>
                    <a:pt x="4466082" y="4783004"/>
                    <a:pt x="4466272" y="4810627"/>
                    <a:pt x="4465319" y="4838250"/>
                  </a:cubicBezTo>
                  <a:cubicBezTo>
                    <a:pt x="4464940" y="4849300"/>
                    <a:pt x="4457320" y="4861873"/>
                    <a:pt x="4460367" y="4871019"/>
                  </a:cubicBezTo>
                  <a:cubicBezTo>
                    <a:pt x="4470653" y="4900546"/>
                    <a:pt x="4458271" y="4930075"/>
                    <a:pt x="4463795" y="4959602"/>
                  </a:cubicBezTo>
                  <a:cubicBezTo>
                    <a:pt x="4466653" y="4974082"/>
                    <a:pt x="4458844" y="4990465"/>
                    <a:pt x="4458082" y="5006086"/>
                  </a:cubicBezTo>
                  <a:cubicBezTo>
                    <a:pt x="4456748" y="5031614"/>
                    <a:pt x="4457320" y="5057141"/>
                    <a:pt x="4456937" y="5082670"/>
                  </a:cubicBezTo>
                  <a:cubicBezTo>
                    <a:pt x="4456748" y="5091052"/>
                    <a:pt x="4455986" y="5099245"/>
                    <a:pt x="4455603" y="5107627"/>
                  </a:cubicBezTo>
                  <a:cubicBezTo>
                    <a:pt x="4455223" y="5115057"/>
                    <a:pt x="4453508" y="5122867"/>
                    <a:pt x="4454840" y="5129916"/>
                  </a:cubicBezTo>
                  <a:cubicBezTo>
                    <a:pt x="4459605" y="5155445"/>
                    <a:pt x="4467415" y="5180591"/>
                    <a:pt x="4470464" y="5206308"/>
                  </a:cubicBezTo>
                  <a:cubicBezTo>
                    <a:pt x="4473130" y="5228597"/>
                    <a:pt x="4469511" y="5251650"/>
                    <a:pt x="4471415" y="5274129"/>
                  </a:cubicBezTo>
                  <a:cubicBezTo>
                    <a:pt x="4474653" y="5313754"/>
                    <a:pt x="4480369" y="5353379"/>
                    <a:pt x="4483990" y="5393005"/>
                  </a:cubicBezTo>
                  <a:cubicBezTo>
                    <a:pt x="4484752" y="5401579"/>
                    <a:pt x="4479988" y="5410531"/>
                    <a:pt x="4479607" y="5419295"/>
                  </a:cubicBezTo>
                  <a:cubicBezTo>
                    <a:pt x="4478656" y="5446728"/>
                    <a:pt x="4478464" y="5474161"/>
                    <a:pt x="4477894" y="5501594"/>
                  </a:cubicBezTo>
                  <a:cubicBezTo>
                    <a:pt x="4477702" y="5517215"/>
                    <a:pt x="4478273" y="5533027"/>
                    <a:pt x="4476560" y="5548460"/>
                  </a:cubicBezTo>
                  <a:cubicBezTo>
                    <a:pt x="4474273" y="5568842"/>
                    <a:pt x="4470844" y="5587321"/>
                    <a:pt x="4485703" y="5606372"/>
                  </a:cubicBezTo>
                  <a:cubicBezTo>
                    <a:pt x="4508755" y="5635711"/>
                    <a:pt x="4499801" y="5673050"/>
                    <a:pt x="4505134" y="5706959"/>
                  </a:cubicBezTo>
                  <a:cubicBezTo>
                    <a:pt x="4506468" y="5715723"/>
                    <a:pt x="4506659" y="5724678"/>
                    <a:pt x="4508183" y="5733440"/>
                  </a:cubicBezTo>
                  <a:cubicBezTo>
                    <a:pt x="4511041" y="5749634"/>
                    <a:pt x="4514279" y="5765635"/>
                    <a:pt x="4517519" y="5781830"/>
                  </a:cubicBezTo>
                  <a:cubicBezTo>
                    <a:pt x="4518089" y="5784686"/>
                    <a:pt x="4518281" y="5787924"/>
                    <a:pt x="4519234" y="5790592"/>
                  </a:cubicBezTo>
                  <a:cubicBezTo>
                    <a:pt x="4527233" y="5815169"/>
                    <a:pt x="4536378" y="5839361"/>
                    <a:pt x="4542855" y="5864318"/>
                  </a:cubicBezTo>
                  <a:cubicBezTo>
                    <a:pt x="4546095" y="5876511"/>
                    <a:pt x="4546476" y="5890037"/>
                    <a:pt x="4544759" y="5902610"/>
                  </a:cubicBezTo>
                  <a:cubicBezTo>
                    <a:pt x="4539808" y="5939377"/>
                    <a:pt x="4537712" y="5975764"/>
                    <a:pt x="4544951" y="6012723"/>
                  </a:cubicBezTo>
                  <a:cubicBezTo>
                    <a:pt x="4547808" y="6027392"/>
                    <a:pt x="4543045" y="6043776"/>
                    <a:pt x="4541332" y="6059397"/>
                  </a:cubicBezTo>
                  <a:cubicBezTo>
                    <a:pt x="4536759" y="6096736"/>
                    <a:pt x="4531805" y="6134075"/>
                    <a:pt x="4527426" y="6171605"/>
                  </a:cubicBezTo>
                  <a:cubicBezTo>
                    <a:pt x="4524758" y="6195037"/>
                    <a:pt x="4523234" y="6218660"/>
                    <a:pt x="4520568" y="6242093"/>
                  </a:cubicBezTo>
                  <a:cubicBezTo>
                    <a:pt x="4517327" y="6269144"/>
                    <a:pt x="4512375" y="6296005"/>
                    <a:pt x="4509706" y="6323058"/>
                  </a:cubicBezTo>
                  <a:cubicBezTo>
                    <a:pt x="4506659" y="6353919"/>
                    <a:pt x="4506089" y="6384972"/>
                    <a:pt x="4502848" y="6415833"/>
                  </a:cubicBezTo>
                  <a:cubicBezTo>
                    <a:pt x="4496563" y="6472225"/>
                    <a:pt x="4489132" y="6528424"/>
                    <a:pt x="4482084" y="6584812"/>
                  </a:cubicBezTo>
                  <a:cubicBezTo>
                    <a:pt x="4475226" y="6639488"/>
                    <a:pt x="4469129" y="6694164"/>
                    <a:pt x="4460557" y="6748458"/>
                  </a:cubicBezTo>
                  <a:cubicBezTo>
                    <a:pt x="4456937" y="6771319"/>
                    <a:pt x="4447030" y="6793035"/>
                    <a:pt x="4441507" y="6815516"/>
                  </a:cubicBezTo>
                  <a:lnTo>
                    <a:pt x="4431806" y="6858001"/>
                  </a:lnTo>
                  <a:lnTo>
                    <a:pt x="4259554" y="6858001"/>
                  </a:lnTo>
                  <a:lnTo>
                    <a:pt x="4259554" y="6858002"/>
                  </a:lnTo>
                  <a:lnTo>
                    <a:pt x="0" y="6858002"/>
                  </a:lnTo>
                  <a:lnTo>
                    <a:pt x="0" y="2"/>
                  </a:lnTo>
                  <a:lnTo>
                    <a:pt x="3766492" y="1"/>
                  </a:lnTo>
                  <a:lnTo>
                    <a:pt x="3769210" y="21486"/>
                  </a:lnTo>
                  <a:close/>
                </a:path>
              </a:pathLst>
            </a:custGeom>
            <a:solidFill>
              <a:schemeClr val="tx1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1BCD9601-1F44-4E40-998C-1B256DAE94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697284" y="-1"/>
              <a:ext cx="884241" cy="6858002"/>
              <a:chOff x="3697284" y="-1"/>
              <a:chExt cx="884241" cy="6858002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1A1CA4E9-12FA-47EB-8471-25E8D55152C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-1"/>
                <a:ext cx="884241" cy="6858001"/>
                <a:chOff x="3697284" y="-1"/>
                <a:chExt cx="884241" cy="6858001"/>
              </a:xfrm>
              <a:solidFill>
                <a:srgbClr val="FFFFFF"/>
              </a:solidFill>
              <a:effectLst/>
            </p:grpSpPr>
            <p:sp>
              <p:nvSpPr>
                <p:cNvPr id="17" name="Freeform: Shape 16">
                  <a:extLst>
                    <a:ext uri="{FF2B5EF4-FFF2-40B4-BE49-F238E27FC236}">
                      <a16:creationId xmlns:a16="http://schemas.microsoft.com/office/drawing/2014/main" id="{E13A9BF0-334C-4457-A635-9CA4877EAAF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FF05821A-8598-44E4-A18C-538D5331E45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8A4ECC81-E17F-4F87-9A0B-398363A864A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0"/>
                <a:ext cx="884241" cy="6858001"/>
                <a:chOff x="3697284" y="-1"/>
                <a:chExt cx="884241" cy="6858001"/>
              </a:xfrm>
              <a:blipFill>
                <a:blip r:embed="rId3">
                  <a:alphaModFix amt="57000"/>
                </a:blip>
                <a:tile tx="0" ty="0" sx="100000" sy="100000" flip="none" algn="tl"/>
              </a:blipFill>
              <a:effectLst/>
            </p:grpSpPr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1FBBD7D8-A895-40D0-A53D-DEDF495B2F1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Freeform: Shape 15">
                  <a:extLst>
                    <a:ext uri="{FF2B5EF4-FFF2-40B4-BE49-F238E27FC236}">
                      <a16:creationId xmlns:a16="http://schemas.microsoft.com/office/drawing/2014/main" id="{BA602493-BC70-48CF-BDBA-88A86622742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</p:grp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C5B48002-25D4-74E9-D42A-D65F6F072BE0}"/>
              </a:ext>
            </a:extLst>
          </p:cNvPr>
          <p:cNvSpPr txBox="1"/>
          <p:nvPr/>
        </p:nvSpPr>
        <p:spPr>
          <a:xfrm>
            <a:off x="249631" y="152400"/>
            <a:ext cx="25697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ptos ExtraBold" panose="020B0004020202020204" pitchFamily="34" charset="0"/>
              </a:rPr>
              <a:t>Supermarket Sales Dashboard Overview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5174F2-A2A6-CC9E-723C-06C30B8AF7AC}"/>
              </a:ext>
            </a:extLst>
          </p:cNvPr>
          <p:cNvSpPr txBox="1"/>
          <p:nvPr/>
        </p:nvSpPr>
        <p:spPr>
          <a:xfrm>
            <a:off x="-2965299" y="1230690"/>
            <a:ext cx="2675028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⭐ </a:t>
            </a:r>
            <a:r>
              <a:rPr lang="en-US" b="1" dirty="0">
                <a:solidFill>
                  <a:schemeClr val="bg1"/>
                </a:solidFill>
              </a:rPr>
              <a:t>Top KPIs at a glance: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-Total Sales: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  <a:highlight>
                  <a:srgbClr val="808000"/>
                </a:highlight>
              </a:rPr>
              <a:t>322.97K</a:t>
            </a:r>
          </a:p>
          <a:p>
            <a:r>
              <a:rPr lang="en-US" b="1" dirty="0">
                <a:solidFill>
                  <a:schemeClr val="bg1"/>
                </a:solidFill>
              </a:rPr>
              <a:t>-Gross Income: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  <a:highlight>
                  <a:srgbClr val="808000"/>
                </a:highlight>
              </a:rPr>
              <a:t>15.38K</a:t>
            </a:r>
          </a:p>
          <a:p>
            <a:r>
              <a:rPr lang="en-US" b="1" dirty="0">
                <a:solidFill>
                  <a:schemeClr val="bg1"/>
                </a:solidFill>
              </a:rPr>
              <a:t>-Total Quantity Sold: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  <a:highlight>
                  <a:srgbClr val="808000"/>
                </a:highlight>
              </a:rPr>
              <a:t>6K</a:t>
            </a:r>
          </a:p>
          <a:p>
            <a:r>
              <a:rPr lang="en-US" b="1" dirty="0">
                <a:solidFill>
                  <a:schemeClr val="bg1"/>
                </a:solidFill>
              </a:rPr>
              <a:t>-Total Invoices: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  <a:highlight>
                  <a:srgbClr val="808000"/>
                </a:highlight>
              </a:rPr>
              <a:t>1K</a:t>
            </a:r>
          </a:p>
          <a:p>
            <a:r>
              <a:rPr lang="en-US" b="1" dirty="0">
                <a:solidFill>
                  <a:schemeClr val="bg1"/>
                </a:solidFill>
              </a:rPr>
              <a:t>-Average Rating: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  <a:highlight>
                  <a:srgbClr val="808000"/>
                </a:highlight>
              </a:rPr>
              <a:t>6.97</a:t>
            </a:r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10EFA-EECA-E268-8574-CF0C85F35B23}"/>
              </a:ext>
            </a:extLst>
          </p:cNvPr>
          <p:cNvSpPr txBox="1"/>
          <p:nvPr/>
        </p:nvSpPr>
        <p:spPr>
          <a:xfrm>
            <a:off x="249631" y="7010602"/>
            <a:ext cx="267502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dashboard effectively visualizes the supermarket’s sales data, allowing easy interpretation of complex information. It supports </a:t>
            </a:r>
            <a:r>
              <a:rPr lang="en-US" b="1" dirty="0">
                <a:solidFill>
                  <a:schemeClr val="bg1"/>
                </a:solidFill>
              </a:rPr>
              <a:t>data-driven decision-making</a:t>
            </a:r>
            <a:r>
              <a:rPr lang="en-US" dirty="0">
                <a:solidFill>
                  <a:schemeClr val="bg1"/>
                </a:solidFill>
              </a:rPr>
              <a:t> in sales planning, inventory management, customer experience, and market strategy.</a:t>
            </a:r>
          </a:p>
        </p:txBody>
      </p:sp>
    </p:spTree>
    <p:extLst>
      <p:ext uri="{BB962C8B-B14F-4D97-AF65-F5344CB8AC3E}">
        <p14:creationId xmlns:p14="http://schemas.microsoft.com/office/powerpoint/2010/main" val="38993134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5">
                <a:lumMod val="40000"/>
                <a:lumOff val="60000"/>
              </a:schemeClr>
            </a:gs>
            <a:gs pos="46000">
              <a:schemeClr val="accent5">
                <a:lumMod val="95000"/>
                <a:lumOff val="5000"/>
              </a:schemeClr>
            </a:gs>
            <a:gs pos="100000">
              <a:schemeClr val="accent5">
                <a:lumMod val="60000"/>
              </a:schemeClr>
            </a:gs>
          </a:gsLst>
          <a:path path="circle">
            <a:fillToRect l="50000" t="130000" r="50000" b="-3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FEFD23-D1CE-5089-19DC-0D1A0CB0C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E193715-2A38-9B7E-3036-61A261F4BE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49" r="13593"/>
          <a:stretch>
            <a:fillRect/>
          </a:stretch>
        </p:blipFill>
        <p:spPr>
          <a:xfrm>
            <a:off x="3882571" y="10"/>
            <a:ext cx="8309429" cy="685799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B5A05EA7-1ADF-D3DD-BD5E-9383A2311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-1"/>
            <a:ext cx="4581527" cy="6858002"/>
            <a:chOff x="-2" y="-1"/>
            <a:chExt cx="4581527" cy="6858002"/>
          </a:xfrm>
          <a:effectLst>
            <a:outerShdw blurRad="381000" dist="50800" algn="ctr" rotWithShape="0">
              <a:srgbClr val="000000">
                <a:alpha val="10000"/>
              </a:srgbClr>
            </a:outerShdw>
          </a:effectLst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2485CBE-D4B5-475F-A803-15F977707C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2" y="-1"/>
              <a:ext cx="4572002" cy="6858002"/>
            </a:xfrm>
            <a:custGeom>
              <a:avLst/>
              <a:gdLst>
                <a:gd name="connsiteX0" fmla="*/ 4214994 w 4572002"/>
                <a:gd name="connsiteY0" fmla="*/ 6564620 h 6858002"/>
                <a:gd name="connsiteX1" fmla="*/ 4214994 w 4572002"/>
                <a:gd name="connsiteY1" fmla="*/ 6564621 h 6858002"/>
                <a:gd name="connsiteX2" fmla="*/ 4237474 w 4572002"/>
                <a:gd name="connsiteY2" fmla="*/ 6588626 h 6858002"/>
                <a:gd name="connsiteX3" fmla="*/ 4254096 w 4572002"/>
                <a:gd name="connsiteY3" fmla="*/ 6625225 h 6858002"/>
                <a:gd name="connsiteX4" fmla="*/ 4247001 w 4572002"/>
                <a:gd name="connsiteY4" fmla="*/ 6662540 h 6858002"/>
                <a:gd name="connsiteX5" fmla="*/ 4247000 w 4572002"/>
                <a:gd name="connsiteY5" fmla="*/ 6662541 h 6858002"/>
                <a:gd name="connsiteX6" fmla="*/ 4246999 w 4572002"/>
                <a:gd name="connsiteY6" fmla="*/ 6662544 h 6858002"/>
                <a:gd name="connsiteX7" fmla="*/ 4235550 w 4572002"/>
                <a:gd name="connsiteY7" fmla="*/ 6683027 h 6858002"/>
                <a:gd name="connsiteX8" fmla="*/ 4232403 w 4572002"/>
                <a:gd name="connsiteY8" fmla="*/ 6702976 h 6858002"/>
                <a:gd name="connsiteX9" fmla="*/ 4232403 w 4572002"/>
                <a:gd name="connsiteY9" fmla="*/ 6702977 h 6858002"/>
                <a:gd name="connsiteX10" fmla="*/ 4246238 w 4572002"/>
                <a:gd name="connsiteY10" fmla="*/ 6742553 h 6858002"/>
                <a:gd name="connsiteX11" fmla="*/ 4246239 w 4572002"/>
                <a:gd name="connsiteY11" fmla="*/ 6742555 h 6858002"/>
                <a:gd name="connsiteX12" fmla="*/ 4265716 w 4572002"/>
                <a:gd name="connsiteY12" fmla="*/ 6812062 h 6858002"/>
                <a:gd name="connsiteX13" fmla="*/ 4265717 w 4572002"/>
                <a:gd name="connsiteY13" fmla="*/ 6812064 h 6858002"/>
                <a:gd name="connsiteX14" fmla="*/ 4265717 w 4572002"/>
                <a:gd name="connsiteY14" fmla="*/ 6812063 h 6858002"/>
                <a:gd name="connsiteX15" fmla="*/ 4265716 w 4572002"/>
                <a:gd name="connsiteY15" fmla="*/ 6812062 h 6858002"/>
                <a:gd name="connsiteX16" fmla="*/ 4260942 w 4572002"/>
                <a:gd name="connsiteY16" fmla="*/ 6776800 h 6858002"/>
                <a:gd name="connsiteX17" fmla="*/ 4246239 w 4572002"/>
                <a:gd name="connsiteY17" fmla="*/ 6742555 h 6858002"/>
                <a:gd name="connsiteX18" fmla="*/ 4246238 w 4572002"/>
                <a:gd name="connsiteY18" fmla="*/ 6742552 h 6858002"/>
                <a:gd name="connsiteX19" fmla="*/ 4232403 w 4572002"/>
                <a:gd name="connsiteY19" fmla="*/ 6702976 h 6858002"/>
                <a:gd name="connsiteX20" fmla="*/ 4246999 w 4572002"/>
                <a:gd name="connsiteY20" fmla="*/ 6662544 h 6858002"/>
                <a:gd name="connsiteX21" fmla="*/ 4247000 w 4572002"/>
                <a:gd name="connsiteY21" fmla="*/ 6662542 h 6858002"/>
                <a:gd name="connsiteX22" fmla="*/ 4247001 w 4572002"/>
                <a:gd name="connsiteY22" fmla="*/ 6662540 h 6858002"/>
                <a:gd name="connsiteX23" fmla="*/ 4254084 w 4572002"/>
                <a:gd name="connsiteY23" fmla="*/ 6645552 h 6858002"/>
                <a:gd name="connsiteX24" fmla="*/ 4254096 w 4572002"/>
                <a:gd name="connsiteY24" fmla="*/ 6625225 h 6858002"/>
                <a:gd name="connsiteX25" fmla="*/ 4254096 w 4572002"/>
                <a:gd name="connsiteY25" fmla="*/ 6625224 h 6858002"/>
                <a:gd name="connsiteX26" fmla="*/ 4237474 w 4572002"/>
                <a:gd name="connsiteY26" fmla="*/ 6588625 h 6858002"/>
                <a:gd name="connsiteX27" fmla="*/ 4295315 w 4572002"/>
                <a:gd name="connsiteY27" fmla="*/ 6438981 h 6858002"/>
                <a:gd name="connsiteX28" fmla="*/ 4275385 w 4572002"/>
                <a:gd name="connsiteY28" fmla="*/ 6463840 h 6858002"/>
                <a:gd name="connsiteX29" fmla="*/ 4275382 w 4572002"/>
                <a:gd name="connsiteY29" fmla="*/ 6463849 h 6858002"/>
                <a:gd name="connsiteX30" fmla="*/ 4261587 w 4572002"/>
                <a:gd name="connsiteY30" fmla="*/ 6513012 h 6858002"/>
                <a:gd name="connsiteX31" fmla="*/ 4242781 w 4572002"/>
                <a:gd name="connsiteY31" fmla="*/ 6546194 h 6858002"/>
                <a:gd name="connsiteX32" fmla="*/ 4242781 w 4572002"/>
                <a:gd name="connsiteY32" fmla="*/ 6546195 h 6858002"/>
                <a:gd name="connsiteX33" fmla="*/ 4259120 w 4572002"/>
                <a:gd name="connsiteY33" fmla="*/ 6521804 h 6858002"/>
                <a:gd name="connsiteX34" fmla="*/ 4261587 w 4572002"/>
                <a:gd name="connsiteY34" fmla="*/ 6513012 h 6858002"/>
                <a:gd name="connsiteX35" fmla="*/ 4264398 w 4572002"/>
                <a:gd name="connsiteY35" fmla="*/ 6508052 h 6858002"/>
                <a:gd name="connsiteX36" fmla="*/ 4275382 w 4572002"/>
                <a:gd name="connsiteY36" fmla="*/ 6463849 h 6858002"/>
                <a:gd name="connsiteX37" fmla="*/ 4275385 w 4572002"/>
                <a:gd name="connsiteY37" fmla="*/ 6463841 h 6858002"/>
                <a:gd name="connsiteX38" fmla="*/ 4295315 w 4572002"/>
                <a:gd name="connsiteY38" fmla="*/ 6438981 h 6858002"/>
                <a:gd name="connsiteX39" fmla="*/ 4381289 w 4572002"/>
                <a:gd name="connsiteY39" fmla="*/ 6365204 h 6858002"/>
                <a:gd name="connsiteX40" fmla="*/ 4380008 w 4572002"/>
                <a:gd name="connsiteY40" fmla="*/ 6387910 h 6858002"/>
                <a:gd name="connsiteX41" fmla="*/ 4378243 w 4572002"/>
                <a:gd name="connsiteY41" fmla="*/ 6391549 h 6858002"/>
                <a:gd name="connsiteX42" fmla="*/ 4370589 w 4572002"/>
                <a:gd name="connsiteY42" fmla="*/ 6407332 h 6858002"/>
                <a:gd name="connsiteX43" fmla="*/ 4370589 w 4572002"/>
                <a:gd name="connsiteY43" fmla="*/ 6407333 h 6858002"/>
                <a:gd name="connsiteX44" fmla="*/ 4378243 w 4572002"/>
                <a:gd name="connsiteY44" fmla="*/ 6391549 h 6858002"/>
                <a:gd name="connsiteX45" fmla="*/ 4380008 w 4572002"/>
                <a:gd name="connsiteY45" fmla="*/ 6387910 h 6858002"/>
                <a:gd name="connsiteX46" fmla="*/ 4142220 w 4572002"/>
                <a:gd name="connsiteY46" fmla="*/ 4221391 h 6858002"/>
                <a:gd name="connsiteX47" fmla="*/ 4142220 w 4572002"/>
                <a:gd name="connsiteY47" fmla="*/ 4221392 h 6858002"/>
                <a:gd name="connsiteX48" fmla="*/ 4147936 w 4572002"/>
                <a:gd name="connsiteY48" fmla="*/ 4253015 h 6858002"/>
                <a:gd name="connsiteX49" fmla="*/ 4187752 w 4572002"/>
                <a:gd name="connsiteY49" fmla="*/ 4324646 h 6858002"/>
                <a:gd name="connsiteX50" fmla="*/ 4196706 w 4572002"/>
                <a:gd name="connsiteY50" fmla="*/ 4363891 h 6858002"/>
                <a:gd name="connsiteX51" fmla="*/ 4195944 w 4572002"/>
                <a:gd name="connsiteY51" fmla="*/ 4482004 h 6858002"/>
                <a:gd name="connsiteX52" fmla="*/ 4135934 w 4572002"/>
                <a:gd name="connsiteY52" fmla="*/ 4659174 h 6858002"/>
                <a:gd name="connsiteX53" fmla="*/ 4127932 w 4572002"/>
                <a:gd name="connsiteY53" fmla="*/ 4677655 h 6858002"/>
                <a:gd name="connsiteX54" fmla="*/ 4118025 w 4572002"/>
                <a:gd name="connsiteY54" fmla="*/ 4767764 h 6858002"/>
                <a:gd name="connsiteX55" fmla="*/ 4116716 w 4572002"/>
                <a:gd name="connsiteY55" fmla="*/ 4800483 h 6858002"/>
                <a:gd name="connsiteX56" fmla="*/ 4116716 w 4572002"/>
                <a:gd name="connsiteY56" fmla="*/ 4800484 h 6858002"/>
                <a:gd name="connsiteX57" fmla="*/ 4131552 w 4572002"/>
                <a:gd name="connsiteY57" fmla="*/ 4828917 h 6858002"/>
                <a:gd name="connsiteX58" fmla="*/ 4153733 w 4572002"/>
                <a:gd name="connsiteY58" fmla="*/ 4863343 h 6858002"/>
                <a:gd name="connsiteX59" fmla="*/ 4161262 w 4572002"/>
                <a:gd name="connsiteY59" fmla="*/ 4889275 h 6858002"/>
                <a:gd name="connsiteX60" fmla="*/ 4159557 w 4572002"/>
                <a:gd name="connsiteY60" fmla="*/ 4912168 h 6858002"/>
                <a:gd name="connsiteX61" fmla="*/ 4158155 w 4572002"/>
                <a:gd name="connsiteY61" fmla="*/ 4933804 h 6858002"/>
                <a:gd name="connsiteX62" fmla="*/ 4158155 w 4572002"/>
                <a:gd name="connsiteY62" fmla="*/ 4933805 h 6858002"/>
                <a:gd name="connsiteX63" fmla="*/ 4162914 w 4572002"/>
                <a:gd name="connsiteY63" fmla="*/ 4952673 h 6858002"/>
                <a:gd name="connsiteX64" fmla="*/ 4165707 w 4572002"/>
                <a:gd name="connsiteY64" fmla="*/ 4957454 h 6858002"/>
                <a:gd name="connsiteX65" fmla="*/ 4166985 w 4572002"/>
                <a:gd name="connsiteY65" fmla="*/ 4961456 h 6858002"/>
                <a:gd name="connsiteX66" fmla="*/ 4182989 w 4572002"/>
                <a:gd name="connsiteY66" fmla="*/ 4987038 h 6858002"/>
                <a:gd name="connsiteX67" fmla="*/ 4209468 w 4572002"/>
                <a:gd name="connsiteY67" fmla="*/ 5041522 h 6858002"/>
                <a:gd name="connsiteX68" fmla="*/ 4216684 w 4572002"/>
                <a:gd name="connsiteY68" fmla="*/ 5072376 h 6858002"/>
                <a:gd name="connsiteX69" fmla="*/ 4222587 w 4572002"/>
                <a:gd name="connsiteY69" fmla="*/ 5087441 h 6858002"/>
                <a:gd name="connsiteX70" fmla="*/ 4235615 w 4572002"/>
                <a:gd name="connsiteY70" fmla="*/ 5133220 h 6858002"/>
                <a:gd name="connsiteX71" fmla="*/ 4235616 w 4572002"/>
                <a:gd name="connsiteY71" fmla="*/ 5133225 h 6858002"/>
                <a:gd name="connsiteX72" fmla="*/ 4228901 w 4572002"/>
                <a:gd name="connsiteY72" fmla="*/ 5166113 h 6858002"/>
                <a:gd name="connsiteX73" fmla="*/ 4228901 w 4572002"/>
                <a:gd name="connsiteY73" fmla="*/ 5166114 h 6858002"/>
                <a:gd name="connsiteX74" fmla="*/ 4229593 w 4572002"/>
                <a:gd name="connsiteY74" fmla="*/ 5172091 h 6858002"/>
                <a:gd name="connsiteX75" fmla="*/ 4232139 w 4572002"/>
                <a:gd name="connsiteY75" fmla="*/ 5179068 h 6858002"/>
                <a:gd name="connsiteX76" fmla="*/ 4231973 w 4572002"/>
                <a:gd name="connsiteY76" fmla="*/ 5229434 h 6858002"/>
                <a:gd name="connsiteX77" fmla="*/ 4225669 w 4572002"/>
                <a:gd name="connsiteY77" fmla="*/ 5241089 h 6858002"/>
                <a:gd name="connsiteX78" fmla="*/ 4208517 w 4572002"/>
                <a:gd name="connsiteY78" fmla="*/ 5272796 h 6858002"/>
                <a:gd name="connsiteX79" fmla="*/ 4184613 w 4572002"/>
                <a:gd name="connsiteY79" fmla="*/ 5312288 h 6858002"/>
                <a:gd name="connsiteX80" fmla="*/ 4183557 w 4572002"/>
                <a:gd name="connsiteY80" fmla="*/ 5321350 h 6858002"/>
                <a:gd name="connsiteX81" fmla="*/ 4181083 w 4572002"/>
                <a:gd name="connsiteY81" fmla="*/ 5326163 h 6858002"/>
                <a:gd name="connsiteX82" fmla="*/ 4179637 w 4572002"/>
                <a:gd name="connsiteY82" fmla="*/ 5355014 h 6858002"/>
                <a:gd name="connsiteX83" fmla="*/ 4179637 w 4572002"/>
                <a:gd name="connsiteY83" fmla="*/ 5355015 h 6858002"/>
                <a:gd name="connsiteX84" fmla="*/ 4184513 w 4572002"/>
                <a:gd name="connsiteY84" fmla="*/ 5385385 h 6858002"/>
                <a:gd name="connsiteX85" fmla="*/ 4192704 w 4572002"/>
                <a:gd name="connsiteY85" fmla="*/ 5425583 h 6858002"/>
                <a:gd name="connsiteX86" fmla="*/ 4204327 w 4572002"/>
                <a:gd name="connsiteY86" fmla="*/ 5480638 h 6858002"/>
                <a:gd name="connsiteX87" fmla="*/ 4208850 w 4572002"/>
                <a:gd name="connsiteY87" fmla="*/ 5507668 h 6858002"/>
                <a:gd name="connsiteX88" fmla="*/ 4198232 w 4572002"/>
                <a:gd name="connsiteY88" fmla="*/ 5531692 h 6858002"/>
                <a:gd name="connsiteX89" fmla="*/ 4198231 w 4572002"/>
                <a:gd name="connsiteY89" fmla="*/ 5531693 h 6858002"/>
                <a:gd name="connsiteX90" fmla="*/ 4188085 w 4572002"/>
                <a:gd name="connsiteY90" fmla="*/ 5547578 h 6858002"/>
                <a:gd name="connsiteX91" fmla="*/ 4188085 w 4572002"/>
                <a:gd name="connsiteY91" fmla="*/ 5547579 h 6858002"/>
                <a:gd name="connsiteX92" fmla="*/ 4197659 w 4572002"/>
                <a:gd name="connsiteY92" fmla="*/ 5562747 h 6858002"/>
                <a:gd name="connsiteX93" fmla="*/ 4268907 w 4572002"/>
                <a:gd name="connsiteY93" fmla="*/ 5704484 h 6858002"/>
                <a:gd name="connsiteX94" fmla="*/ 4274812 w 4572002"/>
                <a:gd name="connsiteY94" fmla="*/ 5740489 h 6858002"/>
                <a:gd name="connsiteX95" fmla="*/ 4283578 w 4572002"/>
                <a:gd name="connsiteY95" fmla="*/ 5760874 h 6858002"/>
                <a:gd name="connsiteX96" fmla="*/ 4371973 w 4572002"/>
                <a:gd name="connsiteY96" fmla="*/ 5883752 h 6858002"/>
                <a:gd name="connsiteX97" fmla="*/ 4371974 w 4572002"/>
                <a:gd name="connsiteY97" fmla="*/ 5883757 h 6858002"/>
                <a:gd name="connsiteX98" fmla="*/ 4389877 w 4572002"/>
                <a:gd name="connsiteY98" fmla="*/ 5935946 h 6858002"/>
                <a:gd name="connsiteX99" fmla="*/ 4389878 w 4572002"/>
                <a:gd name="connsiteY99" fmla="*/ 5935950 h 6858002"/>
                <a:gd name="connsiteX100" fmla="*/ 4386259 w 4572002"/>
                <a:gd name="connsiteY100" fmla="*/ 5993290 h 6858002"/>
                <a:gd name="connsiteX101" fmla="*/ 4386259 w 4572002"/>
                <a:gd name="connsiteY101" fmla="*/ 5993291 h 6858002"/>
                <a:gd name="connsiteX102" fmla="*/ 4379782 w 4572002"/>
                <a:gd name="connsiteY102" fmla="*/ 6026440 h 6858002"/>
                <a:gd name="connsiteX103" fmla="*/ 4323583 w 4572002"/>
                <a:gd name="connsiteY103" fmla="*/ 6108738 h 6858002"/>
                <a:gd name="connsiteX104" fmla="*/ 4309890 w 4572002"/>
                <a:gd name="connsiteY104" fmla="*/ 6133314 h 6858002"/>
                <a:gd name="connsiteX105" fmla="*/ 4309890 w 4572002"/>
                <a:gd name="connsiteY105" fmla="*/ 6133315 h 6858002"/>
                <a:gd name="connsiteX106" fmla="*/ 4313591 w 4572002"/>
                <a:gd name="connsiteY106" fmla="*/ 6143190 h 6858002"/>
                <a:gd name="connsiteX107" fmla="*/ 4325486 w 4572002"/>
                <a:gd name="connsiteY107" fmla="*/ 6155600 h 6858002"/>
                <a:gd name="connsiteX108" fmla="*/ 4325488 w 4572002"/>
                <a:gd name="connsiteY108" fmla="*/ 6155603 h 6858002"/>
                <a:gd name="connsiteX109" fmla="*/ 4364160 w 4572002"/>
                <a:gd name="connsiteY109" fmla="*/ 6228757 h 6858002"/>
                <a:gd name="connsiteX110" fmla="*/ 4381497 w 4572002"/>
                <a:gd name="connsiteY110" fmla="*/ 6361540 h 6858002"/>
                <a:gd name="connsiteX111" fmla="*/ 4381497 w 4572002"/>
                <a:gd name="connsiteY111" fmla="*/ 6361539 h 6858002"/>
                <a:gd name="connsiteX112" fmla="*/ 4364160 w 4572002"/>
                <a:gd name="connsiteY112" fmla="*/ 6228756 h 6858002"/>
                <a:gd name="connsiteX113" fmla="*/ 4325488 w 4572002"/>
                <a:gd name="connsiteY113" fmla="*/ 6155602 h 6858002"/>
                <a:gd name="connsiteX114" fmla="*/ 4325486 w 4572002"/>
                <a:gd name="connsiteY114" fmla="*/ 6155600 h 6858002"/>
                <a:gd name="connsiteX115" fmla="*/ 4309890 w 4572002"/>
                <a:gd name="connsiteY115" fmla="*/ 6133315 h 6858002"/>
                <a:gd name="connsiteX116" fmla="*/ 4323583 w 4572002"/>
                <a:gd name="connsiteY116" fmla="*/ 6108739 h 6858002"/>
                <a:gd name="connsiteX117" fmla="*/ 4379782 w 4572002"/>
                <a:gd name="connsiteY117" fmla="*/ 6026441 h 6858002"/>
                <a:gd name="connsiteX118" fmla="*/ 4386259 w 4572002"/>
                <a:gd name="connsiteY118" fmla="*/ 5993292 h 6858002"/>
                <a:gd name="connsiteX119" fmla="*/ 4386259 w 4572002"/>
                <a:gd name="connsiteY119" fmla="*/ 5993290 h 6858002"/>
                <a:gd name="connsiteX120" fmla="*/ 4389712 w 4572002"/>
                <a:gd name="connsiteY120" fmla="*/ 5964477 h 6858002"/>
                <a:gd name="connsiteX121" fmla="*/ 4389878 w 4572002"/>
                <a:gd name="connsiteY121" fmla="*/ 5935950 h 6858002"/>
                <a:gd name="connsiteX122" fmla="*/ 4389878 w 4572002"/>
                <a:gd name="connsiteY122" fmla="*/ 5935949 h 6858002"/>
                <a:gd name="connsiteX123" fmla="*/ 4389877 w 4572002"/>
                <a:gd name="connsiteY123" fmla="*/ 5935946 h 6858002"/>
                <a:gd name="connsiteX124" fmla="*/ 4382997 w 4572002"/>
                <a:gd name="connsiteY124" fmla="*/ 5909351 h 6858002"/>
                <a:gd name="connsiteX125" fmla="*/ 4371974 w 4572002"/>
                <a:gd name="connsiteY125" fmla="*/ 5883757 h 6858002"/>
                <a:gd name="connsiteX126" fmla="*/ 4371973 w 4572002"/>
                <a:gd name="connsiteY126" fmla="*/ 5883751 h 6858002"/>
                <a:gd name="connsiteX127" fmla="*/ 4283578 w 4572002"/>
                <a:gd name="connsiteY127" fmla="*/ 5760873 h 6858002"/>
                <a:gd name="connsiteX128" fmla="*/ 4274812 w 4572002"/>
                <a:gd name="connsiteY128" fmla="*/ 5740488 h 6858002"/>
                <a:gd name="connsiteX129" fmla="*/ 4268907 w 4572002"/>
                <a:gd name="connsiteY129" fmla="*/ 5704483 h 6858002"/>
                <a:gd name="connsiteX130" fmla="*/ 4197659 w 4572002"/>
                <a:gd name="connsiteY130" fmla="*/ 5562746 h 6858002"/>
                <a:gd name="connsiteX131" fmla="*/ 4188085 w 4572002"/>
                <a:gd name="connsiteY131" fmla="*/ 5547578 h 6858002"/>
                <a:gd name="connsiteX132" fmla="*/ 4198231 w 4572002"/>
                <a:gd name="connsiteY132" fmla="*/ 5531694 h 6858002"/>
                <a:gd name="connsiteX133" fmla="*/ 4198232 w 4572002"/>
                <a:gd name="connsiteY133" fmla="*/ 5531692 h 6858002"/>
                <a:gd name="connsiteX134" fmla="*/ 4206630 w 4572002"/>
                <a:gd name="connsiteY134" fmla="*/ 5520422 h 6858002"/>
                <a:gd name="connsiteX135" fmla="*/ 4208850 w 4572002"/>
                <a:gd name="connsiteY135" fmla="*/ 5507668 h 6858002"/>
                <a:gd name="connsiteX136" fmla="*/ 4208850 w 4572002"/>
                <a:gd name="connsiteY136" fmla="*/ 5507667 h 6858002"/>
                <a:gd name="connsiteX137" fmla="*/ 4204327 w 4572002"/>
                <a:gd name="connsiteY137" fmla="*/ 5480637 h 6858002"/>
                <a:gd name="connsiteX138" fmla="*/ 4192704 w 4572002"/>
                <a:gd name="connsiteY138" fmla="*/ 5425582 h 6858002"/>
                <a:gd name="connsiteX139" fmla="*/ 4184513 w 4572002"/>
                <a:gd name="connsiteY139" fmla="*/ 5385384 h 6858002"/>
                <a:gd name="connsiteX140" fmla="*/ 4179637 w 4572002"/>
                <a:gd name="connsiteY140" fmla="*/ 5355014 h 6858002"/>
                <a:gd name="connsiteX141" fmla="*/ 4183557 w 4572002"/>
                <a:gd name="connsiteY141" fmla="*/ 5321350 h 6858002"/>
                <a:gd name="connsiteX142" fmla="*/ 4208517 w 4572002"/>
                <a:gd name="connsiteY142" fmla="*/ 5272797 h 6858002"/>
                <a:gd name="connsiteX143" fmla="*/ 4225669 w 4572002"/>
                <a:gd name="connsiteY143" fmla="*/ 5241089 h 6858002"/>
                <a:gd name="connsiteX144" fmla="*/ 4231973 w 4572002"/>
                <a:gd name="connsiteY144" fmla="*/ 5229433 h 6858002"/>
                <a:gd name="connsiteX145" fmla="*/ 4232139 w 4572002"/>
                <a:gd name="connsiteY145" fmla="*/ 5179068 h 6858002"/>
                <a:gd name="connsiteX146" fmla="*/ 4232139 w 4572002"/>
                <a:gd name="connsiteY146" fmla="*/ 5179067 h 6858002"/>
                <a:gd name="connsiteX147" fmla="*/ 4229593 w 4572002"/>
                <a:gd name="connsiteY147" fmla="*/ 5172090 h 6858002"/>
                <a:gd name="connsiteX148" fmla="*/ 4228901 w 4572002"/>
                <a:gd name="connsiteY148" fmla="*/ 5166114 h 6858002"/>
                <a:gd name="connsiteX149" fmla="*/ 4235616 w 4572002"/>
                <a:gd name="connsiteY149" fmla="*/ 5133225 h 6858002"/>
                <a:gd name="connsiteX150" fmla="*/ 4235616 w 4572002"/>
                <a:gd name="connsiteY150" fmla="*/ 5133224 h 6858002"/>
                <a:gd name="connsiteX151" fmla="*/ 4235615 w 4572002"/>
                <a:gd name="connsiteY151" fmla="*/ 5133220 h 6858002"/>
                <a:gd name="connsiteX152" fmla="*/ 4228473 w 4572002"/>
                <a:gd name="connsiteY152" fmla="*/ 5102461 h 6858002"/>
                <a:gd name="connsiteX153" fmla="*/ 4222587 w 4572002"/>
                <a:gd name="connsiteY153" fmla="*/ 5087441 h 6858002"/>
                <a:gd name="connsiteX154" fmla="*/ 4222582 w 4572002"/>
                <a:gd name="connsiteY154" fmla="*/ 5087423 h 6858002"/>
                <a:gd name="connsiteX155" fmla="*/ 4209468 w 4572002"/>
                <a:gd name="connsiteY155" fmla="*/ 5041521 h 6858002"/>
                <a:gd name="connsiteX156" fmla="*/ 4182989 w 4572002"/>
                <a:gd name="connsiteY156" fmla="*/ 4987037 h 6858002"/>
                <a:gd name="connsiteX157" fmla="*/ 4165707 w 4572002"/>
                <a:gd name="connsiteY157" fmla="*/ 4957454 h 6858002"/>
                <a:gd name="connsiteX158" fmla="*/ 4158155 w 4572002"/>
                <a:gd name="connsiteY158" fmla="*/ 4933805 h 6858002"/>
                <a:gd name="connsiteX159" fmla="*/ 4159557 w 4572002"/>
                <a:gd name="connsiteY159" fmla="*/ 4912169 h 6858002"/>
                <a:gd name="connsiteX160" fmla="*/ 4161262 w 4572002"/>
                <a:gd name="connsiteY160" fmla="*/ 4889276 h 6858002"/>
                <a:gd name="connsiteX161" fmla="*/ 4161262 w 4572002"/>
                <a:gd name="connsiteY161" fmla="*/ 4889275 h 6858002"/>
                <a:gd name="connsiteX162" fmla="*/ 4156484 w 4572002"/>
                <a:gd name="connsiteY162" fmla="*/ 4867614 h 6858002"/>
                <a:gd name="connsiteX163" fmla="*/ 4153733 w 4572002"/>
                <a:gd name="connsiteY163" fmla="*/ 4863343 h 6858002"/>
                <a:gd name="connsiteX164" fmla="*/ 4151983 w 4572002"/>
                <a:gd name="connsiteY164" fmla="*/ 4857317 h 6858002"/>
                <a:gd name="connsiteX165" fmla="*/ 4131552 w 4572002"/>
                <a:gd name="connsiteY165" fmla="*/ 4828916 h 6858002"/>
                <a:gd name="connsiteX166" fmla="*/ 4116716 w 4572002"/>
                <a:gd name="connsiteY166" fmla="*/ 4800483 h 6858002"/>
                <a:gd name="connsiteX167" fmla="*/ 4118025 w 4572002"/>
                <a:gd name="connsiteY167" fmla="*/ 4767765 h 6858002"/>
                <a:gd name="connsiteX168" fmla="*/ 4127932 w 4572002"/>
                <a:gd name="connsiteY168" fmla="*/ 4677656 h 6858002"/>
                <a:gd name="connsiteX169" fmla="*/ 4135934 w 4572002"/>
                <a:gd name="connsiteY169" fmla="*/ 4659175 h 6858002"/>
                <a:gd name="connsiteX170" fmla="*/ 4195944 w 4572002"/>
                <a:gd name="connsiteY170" fmla="*/ 4482005 h 6858002"/>
                <a:gd name="connsiteX171" fmla="*/ 4196706 w 4572002"/>
                <a:gd name="connsiteY171" fmla="*/ 4363891 h 6858002"/>
                <a:gd name="connsiteX172" fmla="*/ 4196706 w 4572002"/>
                <a:gd name="connsiteY172" fmla="*/ 4363890 h 6858002"/>
                <a:gd name="connsiteX173" fmla="*/ 4187752 w 4572002"/>
                <a:gd name="connsiteY173" fmla="*/ 4324645 h 6858002"/>
                <a:gd name="connsiteX174" fmla="*/ 4147936 w 4572002"/>
                <a:gd name="connsiteY174" fmla="*/ 4253014 h 6858002"/>
                <a:gd name="connsiteX175" fmla="*/ 4211111 w 4572002"/>
                <a:gd name="connsiteY175" fmla="*/ 2836172 h 6858002"/>
                <a:gd name="connsiteX176" fmla="*/ 4202421 w 4572002"/>
                <a:gd name="connsiteY176" fmla="*/ 2848793 h 6858002"/>
                <a:gd name="connsiteX177" fmla="*/ 4186816 w 4572002"/>
                <a:gd name="connsiteY177" fmla="*/ 2897785 h 6858002"/>
                <a:gd name="connsiteX178" fmla="*/ 4185787 w 4572002"/>
                <a:gd name="connsiteY178" fmla="*/ 2903551 h 6858002"/>
                <a:gd name="connsiteX179" fmla="*/ 4182513 w 4572002"/>
                <a:gd name="connsiteY179" fmla="*/ 2914328 h 6858002"/>
                <a:gd name="connsiteX180" fmla="*/ 4177882 w 4572002"/>
                <a:gd name="connsiteY180" fmla="*/ 2947858 h 6858002"/>
                <a:gd name="connsiteX181" fmla="*/ 4177881 w 4572002"/>
                <a:gd name="connsiteY181" fmla="*/ 2947862 h 6858002"/>
                <a:gd name="connsiteX182" fmla="*/ 4177881 w 4572002"/>
                <a:gd name="connsiteY182" fmla="*/ 2947863 h 6858002"/>
                <a:gd name="connsiteX183" fmla="*/ 4181465 w 4572002"/>
                <a:gd name="connsiteY183" fmla="*/ 2982149 h 6858002"/>
                <a:gd name="connsiteX184" fmla="*/ 4193158 w 4572002"/>
                <a:gd name="connsiteY184" fmla="*/ 3077402 h 6858002"/>
                <a:gd name="connsiteX185" fmla="*/ 4180703 w 4572002"/>
                <a:gd name="connsiteY185" fmla="*/ 3172654 h 6858002"/>
                <a:gd name="connsiteX186" fmla="*/ 4133076 w 4572002"/>
                <a:gd name="connsiteY186" fmla="*/ 3489467 h 6858002"/>
                <a:gd name="connsiteX187" fmla="*/ 4110977 w 4572002"/>
                <a:gd name="connsiteY187" fmla="*/ 3544713 h 6858002"/>
                <a:gd name="connsiteX188" fmla="*/ 4093355 w 4572002"/>
                <a:gd name="connsiteY188" fmla="*/ 3574408 h 6858002"/>
                <a:gd name="connsiteX189" fmla="*/ 4093355 w 4572002"/>
                <a:gd name="connsiteY189" fmla="*/ 3574409 h 6858002"/>
                <a:gd name="connsiteX190" fmla="*/ 4105453 w 4572002"/>
                <a:gd name="connsiteY190" fmla="*/ 3606818 h 6858002"/>
                <a:gd name="connsiteX191" fmla="*/ 4118979 w 4572002"/>
                <a:gd name="connsiteY191" fmla="*/ 3630633 h 6858002"/>
                <a:gd name="connsiteX192" fmla="*/ 4136708 w 4572002"/>
                <a:gd name="connsiteY192" fmla="*/ 3654416 h 6858002"/>
                <a:gd name="connsiteX193" fmla="*/ 4140382 w 4572002"/>
                <a:gd name="connsiteY193" fmla="*/ 3668940 h 6858002"/>
                <a:gd name="connsiteX194" fmla="*/ 4143220 w 4572002"/>
                <a:gd name="connsiteY194" fmla="*/ 3680164 h 6858002"/>
                <a:gd name="connsiteX195" fmla="*/ 4139172 w 4572002"/>
                <a:gd name="connsiteY195" fmla="*/ 3734837 h 6858002"/>
                <a:gd name="connsiteX196" fmla="*/ 4139172 w 4572002"/>
                <a:gd name="connsiteY196" fmla="*/ 3734838 h 6858002"/>
                <a:gd name="connsiteX197" fmla="*/ 4139554 w 4572002"/>
                <a:gd name="connsiteY197" fmla="*/ 3754653 h 6858002"/>
                <a:gd name="connsiteX198" fmla="*/ 4145911 w 4572002"/>
                <a:gd name="connsiteY198" fmla="*/ 3789776 h 6858002"/>
                <a:gd name="connsiteX199" fmla="*/ 4130980 w 4572002"/>
                <a:gd name="connsiteY199" fmla="*/ 3822472 h 6858002"/>
                <a:gd name="connsiteX200" fmla="*/ 4116645 w 4572002"/>
                <a:gd name="connsiteY200" fmla="*/ 3852619 h 6858002"/>
                <a:gd name="connsiteX201" fmla="*/ 4116645 w 4572002"/>
                <a:gd name="connsiteY201" fmla="*/ 3852620 h 6858002"/>
                <a:gd name="connsiteX202" fmla="*/ 4117425 w 4572002"/>
                <a:gd name="connsiteY202" fmla="*/ 3868764 h 6858002"/>
                <a:gd name="connsiteX203" fmla="*/ 4126028 w 4572002"/>
                <a:gd name="connsiteY203" fmla="*/ 3885337 h 6858002"/>
                <a:gd name="connsiteX204" fmla="*/ 4126028 w 4572002"/>
                <a:gd name="connsiteY204" fmla="*/ 3885339 h 6858002"/>
                <a:gd name="connsiteX205" fmla="*/ 4148409 w 4572002"/>
                <a:gd name="connsiteY205" fmla="*/ 3923125 h 6858002"/>
                <a:gd name="connsiteX206" fmla="*/ 4157913 w 4572002"/>
                <a:gd name="connsiteY206" fmla="*/ 3962160 h 6858002"/>
                <a:gd name="connsiteX207" fmla="*/ 4142221 w 4572002"/>
                <a:gd name="connsiteY207" fmla="*/ 4043838 h 6858002"/>
                <a:gd name="connsiteX208" fmla="*/ 4142220 w 4572002"/>
                <a:gd name="connsiteY208" fmla="*/ 4043839 h 6858002"/>
                <a:gd name="connsiteX209" fmla="*/ 4127099 w 4572002"/>
                <a:gd name="connsiteY209" fmla="*/ 4103825 h 6858002"/>
                <a:gd name="connsiteX210" fmla="*/ 4127099 w 4572002"/>
                <a:gd name="connsiteY210" fmla="*/ 4103826 h 6858002"/>
                <a:gd name="connsiteX211" fmla="*/ 4129066 w 4572002"/>
                <a:gd name="connsiteY211" fmla="*/ 4134256 h 6858002"/>
                <a:gd name="connsiteX212" fmla="*/ 4138410 w 4572002"/>
                <a:gd name="connsiteY212" fmla="*/ 4165382 h 6858002"/>
                <a:gd name="connsiteX213" fmla="*/ 4138410 w 4572002"/>
                <a:gd name="connsiteY213" fmla="*/ 4165384 h 6858002"/>
                <a:gd name="connsiteX214" fmla="*/ 4142315 w 4572002"/>
                <a:gd name="connsiteY214" fmla="*/ 4192388 h 6858002"/>
                <a:gd name="connsiteX215" fmla="*/ 4142315 w 4572002"/>
                <a:gd name="connsiteY215" fmla="*/ 4192387 h 6858002"/>
                <a:gd name="connsiteX216" fmla="*/ 4138410 w 4572002"/>
                <a:gd name="connsiteY216" fmla="*/ 4165383 h 6858002"/>
                <a:gd name="connsiteX217" fmla="*/ 4138410 w 4572002"/>
                <a:gd name="connsiteY217" fmla="*/ 4165382 h 6858002"/>
                <a:gd name="connsiteX218" fmla="*/ 4127099 w 4572002"/>
                <a:gd name="connsiteY218" fmla="*/ 4103826 h 6858002"/>
                <a:gd name="connsiteX219" fmla="*/ 4142220 w 4572002"/>
                <a:gd name="connsiteY219" fmla="*/ 4043840 h 6858002"/>
                <a:gd name="connsiteX220" fmla="*/ 4142221 w 4572002"/>
                <a:gd name="connsiteY220" fmla="*/ 4043838 h 6858002"/>
                <a:gd name="connsiteX221" fmla="*/ 4155523 w 4572002"/>
                <a:gd name="connsiteY221" fmla="*/ 4002410 h 6858002"/>
                <a:gd name="connsiteX222" fmla="*/ 4157913 w 4572002"/>
                <a:gd name="connsiteY222" fmla="*/ 3962160 h 6858002"/>
                <a:gd name="connsiteX223" fmla="*/ 4157913 w 4572002"/>
                <a:gd name="connsiteY223" fmla="*/ 3962159 h 6858002"/>
                <a:gd name="connsiteX224" fmla="*/ 4126028 w 4572002"/>
                <a:gd name="connsiteY224" fmla="*/ 3885338 h 6858002"/>
                <a:gd name="connsiteX225" fmla="*/ 4126028 w 4572002"/>
                <a:gd name="connsiteY225" fmla="*/ 3885337 h 6858002"/>
                <a:gd name="connsiteX226" fmla="*/ 4116645 w 4572002"/>
                <a:gd name="connsiteY226" fmla="*/ 3852620 h 6858002"/>
                <a:gd name="connsiteX227" fmla="*/ 4130980 w 4572002"/>
                <a:gd name="connsiteY227" fmla="*/ 3822473 h 6858002"/>
                <a:gd name="connsiteX228" fmla="*/ 4145911 w 4572002"/>
                <a:gd name="connsiteY228" fmla="*/ 3789777 h 6858002"/>
                <a:gd name="connsiteX229" fmla="*/ 4145911 w 4572002"/>
                <a:gd name="connsiteY229" fmla="*/ 3789776 h 6858002"/>
                <a:gd name="connsiteX230" fmla="*/ 4139554 w 4572002"/>
                <a:gd name="connsiteY230" fmla="*/ 3754652 h 6858002"/>
                <a:gd name="connsiteX231" fmla="*/ 4139172 w 4572002"/>
                <a:gd name="connsiteY231" fmla="*/ 3734838 h 6858002"/>
                <a:gd name="connsiteX232" fmla="*/ 4143220 w 4572002"/>
                <a:gd name="connsiteY232" fmla="*/ 3680164 h 6858002"/>
                <a:gd name="connsiteX233" fmla="*/ 4143220 w 4572002"/>
                <a:gd name="connsiteY233" fmla="*/ 3680163 h 6858002"/>
                <a:gd name="connsiteX234" fmla="*/ 4140382 w 4572002"/>
                <a:gd name="connsiteY234" fmla="*/ 3668940 h 6858002"/>
                <a:gd name="connsiteX235" fmla="*/ 4136708 w 4572002"/>
                <a:gd name="connsiteY235" fmla="*/ 3654416 h 6858002"/>
                <a:gd name="connsiteX236" fmla="*/ 4136708 w 4572002"/>
                <a:gd name="connsiteY236" fmla="*/ 3654416 h 6858002"/>
                <a:gd name="connsiteX237" fmla="*/ 4136708 w 4572002"/>
                <a:gd name="connsiteY237" fmla="*/ 3654415 h 6858002"/>
                <a:gd name="connsiteX238" fmla="*/ 4118979 w 4572002"/>
                <a:gd name="connsiteY238" fmla="*/ 3630632 h 6858002"/>
                <a:gd name="connsiteX239" fmla="*/ 4105453 w 4572002"/>
                <a:gd name="connsiteY239" fmla="*/ 3606817 h 6858002"/>
                <a:gd name="connsiteX240" fmla="*/ 4095707 w 4572002"/>
                <a:gd name="connsiteY240" fmla="*/ 3587174 h 6858002"/>
                <a:gd name="connsiteX241" fmla="*/ 4093355 w 4572002"/>
                <a:gd name="connsiteY241" fmla="*/ 3574408 h 6858002"/>
                <a:gd name="connsiteX242" fmla="*/ 4098434 w 4572002"/>
                <a:gd name="connsiteY242" fmla="*/ 3562321 h 6858002"/>
                <a:gd name="connsiteX243" fmla="*/ 4110977 w 4572002"/>
                <a:gd name="connsiteY243" fmla="*/ 3544714 h 6858002"/>
                <a:gd name="connsiteX244" fmla="*/ 4133076 w 4572002"/>
                <a:gd name="connsiteY244" fmla="*/ 3489468 h 6858002"/>
                <a:gd name="connsiteX245" fmla="*/ 4180703 w 4572002"/>
                <a:gd name="connsiteY245" fmla="*/ 3172655 h 6858002"/>
                <a:gd name="connsiteX246" fmla="*/ 4193158 w 4572002"/>
                <a:gd name="connsiteY246" fmla="*/ 3077402 h 6858002"/>
                <a:gd name="connsiteX247" fmla="*/ 4193158 w 4572002"/>
                <a:gd name="connsiteY247" fmla="*/ 3077401 h 6858002"/>
                <a:gd name="connsiteX248" fmla="*/ 4181465 w 4572002"/>
                <a:gd name="connsiteY248" fmla="*/ 2982148 h 6858002"/>
                <a:gd name="connsiteX249" fmla="*/ 4177881 w 4572002"/>
                <a:gd name="connsiteY249" fmla="*/ 2947863 h 6858002"/>
                <a:gd name="connsiteX250" fmla="*/ 4177882 w 4572002"/>
                <a:gd name="connsiteY250" fmla="*/ 2947858 h 6858002"/>
                <a:gd name="connsiteX251" fmla="*/ 4185787 w 4572002"/>
                <a:gd name="connsiteY251" fmla="*/ 2903551 h 6858002"/>
                <a:gd name="connsiteX252" fmla="*/ 4202421 w 4572002"/>
                <a:gd name="connsiteY252" fmla="*/ 2848794 h 6858002"/>
                <a:gd name="connsiteX253" fmla="*/ 4211111 w 4572002"/>
                <a:gd name="connsiteY253" fmla="*/ 2836173 h 6858002"/>
                <a:gd name="connsiteX254" fmla="*/ 3726625 w 4572002"/>
                <a:gd name="connsiteY254" fmla="*/ 1508458 h 6858002"/>
                <a:gd name="connsiteX255" fmla="*/ 3698531 w 4572002"/>
                <a:gd name="connsiteY255" fmla="*/ 1596214 h 6858002"/>
                <a:gd name="connsiteX256" fmla="*/ 3700436 w 4572002"/>
                <a:gd name="connsiteY256" fmla="*/ 1624981 h 6858002"/>
                <a:gd name="connsiteX257" fmla="*/ 3757017 w 4572002"/>
                <a:gd name="connsiteY257" fmla="*/ 1697754 h 6858002"/>
                <a:gd name="connsiteX258" fmla="*/ 3779686 w 4572002"/>
                <a:gd name="connsiteY258" fmla="*/ 1733189 h 6858002"/>
                <a:gd name="connsiteX259" fmla="*/ 3821407 w 4572002"/>
                <a:gd name="connsiteY259" fmla="*/ 1833776 h 6858002"/>
                <a:gd name="connsiteX260" fmla="*/ 3829028 w 4572002"/>
                <a:gd name="connsiteY260" fmla="*/ 1842159 h 6858002"/>
                <a:gd name="connsiteX261" fmla="*/ 3919519 w 4572002"/>
                <a:gd name="connsiteY261" fmla="*/ 1916455 h 6858002"/>
                <a:gd name="connsiteX262" fmla="*/ 3934949 w 4572002"/>
                <a:gd name="connsiteY262" fmla="*/ 1933220 h 6858002"/>
                <a:gd name="connsiteX263" fmla="*/ 3958954 w 4572002"/>
                <a:gd name="connsiteY263" fmla="*/ 1953414 h 6858002"/>
                <a:gd name="connsiteX264" fmla="*/ 4005437 w 4572002"/>
                <a:gd name="connsiteY264" fmla="*/ 2016470 h 6858002"/>
                <a:gd name="connsiteX265" fmla="*/ 4020296 w 4572002"/>
                <a:gd name="connsiteY265" fmla="*/ 2094579 h 6858002"/>
                <a:gd name="connsiteX266" fmla="*/ 4042967 w 4572002"/>
                <a:gd name="connsiteY266" fmla="*/ 2188880 h 6858002"/>
                <a:gd name="connsiteX267" fmla="*/ 4058207 w 4572002"/>
                <a:gd name="connsiteY267" fmla="*/ 2228315 h 6858002"/>
                <a:gd name="connsiteX268" fmla="*/ 4087164 w 4572002"/>
                <a:gd name="connsiteY268" fmla="*/ 2334045 h 6858002"/>
                <a:gd name="connsiteX269" fmla="*/ 4111549 w 4572002"/>
                <a:gd name="connsiteY269" fmla="*/ 2409486 h 6858002"/>
                <a:gd name="connsiteX270" fmla="*/ 4128650 w 4572002"/>
                <a:gd name="connsiteY270" fmla="*/ 2435913 h 6858002"/>
                <a:gd name="connsiteX271" fmla="*/ 4134481 w 4572002"/>
                <a:gd name="connsiteY271" fmla="*/ 2463018 h 6858002"/>
                <a:gd name="connsiteX272" fmla="*/ 4125839 w 4572002"/>
                <a:gd name="connsiteY272" fmla="*/ 2518262 h 6858002"/>
                <a:gd name="connsiteX273" fmla="*/ 4125838 w 4572002"/>
                <a:gd name="connsiteY273" fmla="*/ 2518264 h 6858002"/>
                <a:gd name="connsiteX274" fmla="*/ 4122194 w 4572002"/>
                <a:gd name="connsiteY274" fmla="*/ 2545006 h 6858002"/>
                <a:gd name="connsiteX275" fmla="*/ 4122194 w 4572002"/>
                <a:gd name="connsiteY275" fmla="*/ 2545007 h 6858002"/>
                <a:gd name="connsiteX276" fmla="*/ 4126408 w 4572002"/>
                <a:gd name="connsiteY276" fmla="*/ 2571035 h 6858002"/>
                <a:gd name="connsiteX277" fmla="*/ 4199563 w 4572002"/>
                <a:gd name="connsiteY277" fmla="*/ 2668002 h 6858002"/>
                <a:gd name="connsiteX278" fmla="*/ 4247953 w 4572002"/>
                <a:gd name="connsiteY278" fmla="*/ 2745349 h 6858002"/>
                <a:gd name="connsiteX279" fmla="*/ 4247954 w 4572002"/>
                <a:gd name="connsiteY279" fmla="*/ 2745352 h 6858002"/>
                <a:gd name="connsiteX280" fmla="*/ 4253873 w 4572002"/>
                <a:gd name="connsiteY280" fmla="*/ 2778006 h 6858002"/>
                <a:gd name="connsiteX281" fmla="*/ 4253453 w 4572002"/>
                <a:gd name="connsiteY281" fmla="*/ 2785440 h 6858002"/>
                <a:gd name="connsiteX282" fmla="*/ 4243374 w 4572002"/>
                <a:gd name="connsiteY282" fmla="*/ 2811780 h 6858002"/>
                <a:gd name="connsiteX283" fmla="*/ 4243371 w 4572002"/>
                <a:gd name="connsiteY283" fmla="*/ 2811787 h 6858002"/>
                <a:gd name="connsiteX284" fmla="*/ 4243372 w 4572002"/>
                <a:gd name="connsiteY284" fmla="*/ 2811787 h 6858002"/>
                <a:gd name="connsiteX285" fmla="*/ 4243374 w 4572002"/>
                <a:gd name="connsiteY285" fmla="*/ 2811780 h 6858002"/>
                <a:gd name="connsiteX286" fmla="*/ 4253025 w 4572002"/>
                <a:gd name="connsiteY286" fmla="*/ 2793023 h 6858002"/>
                <a:gd name="connsiteX287" fmla="*/ 4253453 w 4572002"/>
                <a:gd name="connsiteY287" fmla="*/ 2785440 h 6858002"/>
                <a:gd name="connsiteX288" fmla="*/ 4254654 w 4572002"/>
                <a:gd name="connsiteY288" fmla="*/ 2782305 h 6858002"/>
                <a:gd name="connsiteX289" fmla="*/ 4253873 w 4572002"/>
                <a:gd name="connsiteY289" fmla="*/ 2778006 h 6858002"/>
                <a:gd name="connsiteX290" fmla="*/ 4254284 w 4572002"/>
                <a:gd name="connsiteY290" fmla="*/ 2770758 h 6858002"/>
                <a:gd name="connsiteX291" fmla="*/ 4247954 w 4572002"/>
                <a:gd name="connsiteY291" fmla="*/ 2745352 h 6858002"/>
                <a:gd name="connsiteX292" fmla="*/ 4247953 w 4572002"/>
                <a:gd name="connsiteY292" fmla="*/ 2745348 h 6858002"/>
                <a:gd name="connsiteX293" fmla="*/ 4199563 w 4572002"/>
                <a:gd name="connsiteY293" fmla="*/ 2668001 h 6858002"/>
                <a:gd name="connsiteX294" fmla="*/ 4126408 w 4572002"/>
                <a:gd name="connsiteY294" fmla="*/ 2571034 h 6858002"/>
                <a:gd name="connsiteX295" fmla="*/ 4122194 w 4572002"/>
                <a:gd name="connsiteY295" fmla="*/ 2545007 h 6858002"/>
                <a:gd name="connsiteX296" fmla="*/ 4125838 w 4572002"/>
                <a:gd name="connsiteY296" fmla="*/ 2518265 h 6858002"/>
                <a:gd name="connsiteX297" fmla="*/ 4125839 w 4572002"/>
                <a:gd name="connsiteY297" fmla="*/ 2518262 h 6858002"/>
                <a:gd name="connsiteX298" fmla="*/ 4132419 w 4572002"/>
                <a:gd name="connsiteY298" fmla="*/ 2490551 h 6858002"/>
                <a:gd name="connsiteX299" fmla="*/ 4134481 w 4572002"/>
                <a:gd name="connsiteY299" fmla="*/ 2463018 h 6858002"/>
                <a:gd name="connsiteX300" fmla="*/ 4134481 w 4572002"/>
                <a:gd name="connsiteY300" fmla="*/ 2463017 h 6858002"/>
                <a:gd name="connsiteX301" fmla="*/ 4111549 w 4572002"/>
                <a:gd name="connsiteY301" fmla="*/ 2409485 h 6858002"/>
                <a:gd name="connsiteX302" fmla="*/ 4087164 w 4572002"/>
                <a:gd name="connsiteY302" fmla="*/ 2334044 h 6858002"/>
                <a:gd name="connsiteX303" fmla="*/ 4058207 w 4572002"/>
                <a:gd name="connsiteY303" fmla="*/ 2228314 h 6858002"/>
                <a:gd name="connsiteX304" fmla="*/ 4042967 w 4572002"/>
                <a:gd name="connsiteY304" fmla="*/ 2188879 h 6858002"/>
                <a:gd name="connsiteX305" fmla="*/ 4020296 w 4572002"/>
                <a:gd name="connsiteY305" fmla="*/ 2094578 h 6858002"/>
                <a:gd name="connsiteX306" fmla="*/ 4005437 w 4572002"/>
                <a:gd name="connsiteY306" fmla="*/ 2016469 h 6858002"/>
                <a:gd name="connsiteX307" fmla="*/ 3958954 w 4572002"/>
                <a:gd name="connsiteY307" fmla="*/ 1953413 h 6858002"/>
                <a:gd name="connsiteX308" fmla="*/ 3934949 w 4572002"/>
                <a:gd name="connsiteY308" fmla="*/ 1933219 h 6858002"/>
                <a:gd name="connsiteX309" fmla="*/ 3919519 w 4572002"/>
                <a:gd name="connsiteY309" fmla="*/ 1916454 h 6858002"/>
                <a:gd name="connsiteX310" fmla="*/ 3829028 w 4572002"/>
                <a:gd name="connsiteY310" fmla="*/ 1842158 h 6858002"/>
                <a:gd name="connsiteX311" fmla="*/ 3821407 w 4572002"/>
                <a:gd name="connsiteY311" fmla="*/ 1833775 h 6858002"/>
                <a:gd name="connsiteX312" fmla="*/ 3779686 w 4572002"/>
                <a:gd name="connsiteY312" fmla="*/ 1733188 h 6858002"/>
                <a:gd name="connsiteX313" fmla="*/ 3757018 w 4572002"/>
                <a:gd name="connsiteY313" fmla="*/ 1697753 h 6858002"/>
                <a:gd name="connsiteX314" fmla="*/ 3700436 w 4572002"/>
                <a:gd name="connsiteY314" fmla="*/ 1624980 h 6858002"/>
                <a:gd name="connsiteX315" fmla="*/ 3698532 w 4572002"/>
                <a:gd name="connsiteY315" fmla="*/ 1596213 h 6858002"/>
                <a:gd name="connsiteX316" fmla="*/ 3745230 w 4572002"/>
                <a:gd name="connsiteY316" fmla="*/ 1459073 h 6858002"/>
                <a:gd name="connsiteX317" fmla="*/ 3745229 w 4572002"/>
                <a:gd name="connsiteY317" fmla="*/ 1459074 h 6858002"/>
                <a:gd name="connsiteX318" fmla="*/ 3736012 w 4572002"/>
                <a:gd name="connsiteY318" fmla="*/ 1481572 h 6858002"/>
                <a:gd name="connsiteX319" fmla="*/ 3764423 w 4572002"/>
                <a:gd name="connsiteY319" fmla="*/ 1268758 h 6858002"/>
                <a:gd name="connsiteX320" fmla="*/ 3769590 w 4572002"/>
                <a:gd name="connsiteY320" fmla="*/ 1286070 h 6858002"/>
                <a:gd name="connsiteX321" fmla="*/ 3791927 w 4572002"/>
                <a:gd name="connsiteY321" fmla="*/ 1350628 h 6858002"/>
                <a:gd name="connsiteX322" fmla="*/ 3786333 w 4572002"/>
                <a:gd name="connsiteY322" fmla="*/ 1413840 h 6858002"/>
                <a:gd name="connsiteX323" fmla="*/ 3791928 w 4572002"/>
                <a:gd name="connsiteY323" fmla="*/ 1350627 h 6858002"/>
                <a:gd name="connsiteX324" fmla="*/ 3769590 w 4572002"/>
                <a:gd name="connsiteY324" fmla="*/ 1286069 h 6858002"/>
                <a:gd name="connsiteX325" fmla="*/ 3706152 w 4572002"/>
                <a:gd name="connsiteY325" fmla="*/ 773035 h 6858002"/>
                <a:gd name="connsiteX326" fmla="*/ 3706152 w 4572002"/>
                <a:gd name="connsiteY326" fmla="*/ 773036 h 6858002"/>
                <a:gd name="connsiteX327" fmla="*/ 3714152 w 4572002"/>
                <a:gd name="connsiteY327" fmla="*/ 854380 h 6858002"/>
                <a:gd name="connsiteX328" fmla="*/ 3745205 w 4572002"/>
                <a:gd name="connsiteY328" fmla="*/ 915344 h 6858002"/>
                <a:gd name="connsiteX329" fmla="*/ 3755683 w 4572002"/>
                <a:gd name="connsiteY329" fmla="*/ 927156 h 6858002"/>
                <a:gd name="connsiteX330" fmla="*/ 3752063 w 4572002"/>
                <a:gd name="connsiteY330" fmla="*/ 1097088 h 6858002"/>
                <a:gd name="connsiteX331" fmla="*/ 3747681 w 4572002"/>
                <a:gd name="connsiteY331" fmla="*/ 1123186 h 6858002"/>
                <a:gd name="connsiteX332" fmla="*/ 3772400 w 4572002"/>
                <a:gd name="connsiteY332" fmla="*/ 1184029 h 6858002"/>
                <a:gd name="connsiteX333" fmla="*/ 3747682 w 4572002"/>
                <a:gd name="connsiteY333" fmla="*/ 1123185 h 6858002"/>
                <a:gd name="connsiteX334" fmla="*/ 3752064 w 4572002"/>
                <a:gd name="connsiteY334" fmla="*/ 1097087 h 6858002"/>
                <a:gd name="connsiteX335" fmla="*/ 3755684 w 4572002"/>
                <a:gd name="connsiteY335" fmla="*/ 927155 h 6858002"/>
                <a:gd name="connsiteX336" fmla="*/ 3745206 w 4572002"/>
                <a:gd name="connsiteY336" fmla="*/ 915343 h 6858002"/>
                <a:gd name="connsiteX337" fmla="*/ 3714152 w 4572002"/>
                <a:gd name="connsiteY337" fmla="*/ 854379 h 6858002"/>
                <a:gd name="connsiteX338" fmla="*/ 3761553 w 4572002"/>
                <a:gd name="connsiteY338" fmla="*/ 517851 h 6858002"/>
                <a:gd name="connsiteX339" fmla="*/ 3752635 w 4572002"/>
                <a:gd name="connsiteY339" fmla="*/ 556048 h 6858002"/>
                <a:gd name="connsiteX340" fmla="*/ 3746157 w 4572002"/>
                <a:gd name="connsiteY340" fmla="*/ 580051 h 6858002"/>
                <a:gd name="connsiteX341" fmla="*/ 3742776 w 4572002"/>
                <a:gd name="connsiteY341" fmla="*/ 642538 h 6858002"/>
                <a:gd name="connsiteX342" fmla="*/ 3730253 w 4572002"/>
                <a:gd name="connsiteY342" fmla="*/ 694928 h 6858002"/>
                <a:gd name="connsiteX343" fmla="*/ 3742777 w 4572002"/>
                <a:gd name="connsiteY343" fmla="*/ 642537 h 6858002"/>
                <a:gd name="connsiteX344" fmla="*/ 3746158 w 4572002"/>
                <a:gd name="connsiteY344" fmla="*/ 580050 h 6858002"/>
                <a:gd name="connsiteX345" fmla="*/ 3752636 w 4572002"/>
                <a:gd name="connsiteY345" fmla="*/ 556047 h 6858002"/>
                <a:gd name="connsiteX346" fmla="*/ 3774848 w 4572002"/>
                <a:gd name="connsiteY346" fmla="*/ 298169 h 6858002"/>
                <a:gd name="connsiteX347" fmla="*/ 3760065 w 4572002"/>
                <a:gd name="connsiteY347" fmla="*/ 313534 h 6858002"/>
                <a:gd name="connsiteX348" fmla="*/ 3759493 w 4572002"/>
                <a:gd name="connsiteY348" fmla="*/ 338871 h 6858002"/>
                <a:gd name="connsiteX349" fmla="*/ 3759500 w 4572002"/>
                <a:gd name="connsiteY349" fmla="*/ 338900 h 6858002"/>
                <a:gd name="connsiteX350" fmla="*/ 3769400 w 4572002"/>
                <a:gd name="connsiteY350" fmla="*/ 395640 h 6858002"/>
                <a:gd name="connsiteX351" fmla="*/ 3765590 w 4572002"/>
                <a:gd name="connsiteY351" fmla="*/ 367328 h 6858002"/>
                <a:gd name="connsiteX352" fmla="*/ 3759500 w 4572002"/>
                <a:gd name="connsiteY352" fmla="*/ 338900 h 6858002"/>
                <a:gd name="connsiteX353" fmla="*/ 3759494 w 4572002"/>
                <a:gd name="connsiteY353" fmla="*/ 338870 h 6858002"/>
                <a:gd name="connsiteX354" fmla="*/ 3760066 w 4572002"/>
                <a:gd name="connsiteY354" fmla="*/ 313533 h 6858002"/>
                <a:gd name="connsiteX355" fmla="*/ 3782393 w 4572002"/>
                <a:gd name="connsiteY355" fmla="*/ 281568 h 6858002"/>
                <a:gd name="connsiteX356" fmla="*/ 3777498 w 4572002"/>
                <a:gd name="connsiteY356" fmla="*/ 295415 h 6858002"/>
                <a:gd name="connsiteX357" fmla="*/ 3777499 w 4572002"/>
                <a:gd name="connsiteY357" fmla="*/ 295415 h 6858002"/>
                <a:gd name="connsiteX358" fmla="*/ 3769073 w 4572002"/>
                <a:gd name="connsiteY358" fmla="*/ 24486 h 6858002"/>
                <a:gd name="connsiteX359" fmla="*/ 3766810 w 4572002"/>
                <a:gd name="connsiteY359" fmla="*/ 74129 h 6858002"/>
                <a:gd name="connsiteX360" fmla="*/ 3772734 w 4572002"/>
                <a:gd name="connsiteY360" fmla="*/ 125861 h 6858002"/>
                <a:gd name="connsiteX361" fmla="*/ 3777129 w 4572002"/>
                <a:gd name="connsiteY361" fmla="*/ 153387 h 6858002"/>
                <a:gd name="connsiteX362" fmla="*/ 3785402 w 4572002"/>
                <a:gd name="connsiteY362" fmla="*/ 228944 h 6858002"/>
                <a:gd name="connsiteX363" fmla="*/ 3780943 w 4572002"/>
                <a:gd name="connsiteY363" fmla="*/ 177271 h 6858002"/>
                <a:gd name="connsiteX364" fmla="*/ 3777129 w 4572002"/>
                <a:gd name="connsiteY364" fmla="*/ 153387 h 6858002"/>
                <a:gd name="connsiteX365" fmla="*/ 3776930 w 4572002"/>
                <a:gd name="connsiteY365" fmla="*/ 151569 h 6858002"/>
                <a:gd name="connsiteX366" fmla="*/ 3766811 w 4572002"/>
                <a:gd name="connsiteY366" fmla="*/ 74129 h 6858002"/>
                <a:gd name="connsiteX367" fmla="*/ 3766492 w 4572002"/>
                <a:gd name="connsiteY367" fmla="*/ 0 h 6858002"/>
                <a:gd name="connsiteX368" fmla="*/ 4230600 w 4572002"/>
                <a:gd name="connsiteY368" fmla="*/ 0 h 6858002"/>
                <a:gd name="connsiteX369" fmla="*/ 4229473 w 4572002"/>
                <a:gd name="connsiteY369" fmla="*/ 2817 h 6858002"/>
                <a:gd name="connsiteX370" fmla="*/ 4215375 w 4572002"/>
                <a:gd name="connsiteY370" fmla="*/ 63587 h 6858002"/>
                <a:gd name="connsiteX371" fmla="*/ 4201468 w 4572002"/>
                <a:gd name="connsiteY371" fmla="*/ 176939 h 6858002"/>
                <a:gd name="connsiteX372" fmla="*/ 4193466 w 4572002"/>
                <a:gd name="connsiteY372" fmla="*/ 200182 h 6858002"/>
                <a:gd name="connsiteX373" fmla="*/ 4155554 w 4572002"/>
                <a:gd name="connsiteY373" fmla="*/ 340774 h 6858002"/>
                <a:gd name="connsiteX374" fmla="*/ 4156319 w 4572002"/>
                <a:gd name="connsiteY374" fmla="*/ 453364 h 6858002"/>
                <a:gd name="connsiteX375" fmla="*/ 4158033 w 4572002"/>
                <a:gd name="connsiteY375" fmla="*/ 462126 h 6858002"/>
                <a:gd name="connsiteX376" fmla="*/ 4170605 w 4572002"/>
                <a:gd name="connsiteY376" fmla="*/ 505182 h 6858002"/>
                <a:gd name="connsiteX377" fmla="*/ 4167177 w 4572002"/>
                <a:gd name="connsiteY377" fmla="*/ 571860 h 6858002"/>
                <a:gd name="connsiteX378" fmla="*/ 4149840 w 4572002"/>
                <a:gd name="connsiteY378" fmla="*/ 617772 h 6858002"/>
                <a:gd name="connsiteX379" fmla="*/ 4149078 w 4572002"/>
                <a:gd name="connsiteY379" fmla="*/ 674923 h 6858002"/>
                <a:gd name="connsiteX380" fmla="*/ 4159937 w 4572002"/>
                <a:gd name="connsiteY380" fmla="*/ 740268 h 6858002"/>
                <a:gd name="connsiteX381" fmla="*/ 4162223 w 4572002"/>
                <a:gd name="connsiteY381" fmla="*/ 769605 h 6858002"/>
                <a:gd name="connsiteX382" fmla="*/ 4184703 w 4572002"/>
                <a:gd name="connsiteY382" fmla="*/ 850189 h 6858002"/>
                <a:gd name="connsiteX383" fmla="*/ 4179179 w 4572002"/>
                <a:gd name="connsiteY383" fmla="*/ 898198 h 6858002"/>
                <a:gd name="connsiteX384" fmla="*/ 4164319 w 4572002"/>
                <a:gd name="connsiteY384" fmla="*/ 945444 h 6858002"/>
                <a:gd name="connsiteX385" fmla="*/ 4150030 w 4572002"/>
                <a:gd name="connsiteY385" fmla="*/ 975733 h 6858002"/>
                <a:gd name="connsiteX386" fmla="*/ 4139934 w 4572002"/>
                <a:gd name="connsiteY386" fmla="*/ 1036887 h 6858002"/>
                <a:gd name="connsiteX387" fmla="*/ 4141458 w 4572002"/>
                <a:gd name="connsiteY387" fmla="*/ 1048125 h 6858002"/>
                <a:gd name="connsiteX388" fmla="*/ 4154032 w 4572002"/>
                <a:gd name="connsiteY388" fmla="*/ 1230633 h 6858002"/>
                <a:gd name="connsiteX389" fmla="*/ 4174225 w 4572002"/>
                <a:gd name="connsiteY389" fmla="*/ 1303024 h 6858002"/>
                <a:gd name="connsiteX390" fmla="*/ 4176701 w 4572002"/>
                <a:gd name="connsiteY390" fmla="*/ 1318456 h 6858002"/>
                <a:gd name="connsiteX391" fmla="*/ 4199372 w 4572002"/>
                <a:gd name="connsiteY391" fmla="*/ 1472575 h 6858002"/>
                <a:gd name="connsiteX392" fmla="*/ 4200325 w 4572002"/>
                <a:gd name="connsiteY392" fmla="*/ 1489720 h 6858002"/>
                <a:gd name="connsiteX393" fmla="*/ 4196324 w 4572002"/>
                <a:gd name="connsiteY393" fmla="*/ 1537537 h 6858002"/>
                <a:gd name="connsiteX394" fmla="*/ 4237474 w 4572002"/>
                <a:gd name="connsiteY394" fmla="*/ 1650317 h 6858002"/>
                <a:gd name="connsiteX395" fmla="*/ 4251572 w 4572002"/>
                <a:gd name="connsiteY395" fmla="*/ 1763287 h 6858002"/>
                <a:gd name="connsiteX396" fmla="*/ 4251380 w 4572002"/>
                <a:gd name="connsiteY396" fmla="*/ 1825393 h 6858002"/>
                <a:gd name="connsiteX397" fmla="*/ 4261478 w 4572002"/>
                <a:gd name="connsiteY397" fmla="*/ 1869780 h 6858002"/>
                <a:gd name="connsiteX398" fmla="*/ 4292149 w 4572002"/>
                <a:gd name="connsiteY398" fmla="*/ 1978940 h 6858002"/>
                <a:gd name="connsiteX399" fmla="*/ 4296911 w 4572002"/>
                <a:gd name="connsiteY399" fmla="*/ 2030378 h 6858002"/>
                <a:gd name="connsiteX400" fmla="*/ 4307201 w 4572002"/>
                <a:gd name="connsiteY400" fmla="*/ 2085054 h 6858002"/>
                <a:gd name="connsiteX401" fmla="*/ 4353302 w 4572002"/>
                <a:gd name="connsiteY401" fmla="*/ 2220312 h 6858002"/>
                <a:gd name="connsiteX402" fmla="*/ 4350636 w 4572002"/>
                <a:gd name="connsiteY402" fmla="*/ 2330806 h 6858002"/>
                <a:gd name="connsiteX403" fmla="*/ 4351206 w 4572002"/>
                <a:gd name="connsiteY403" fmla="*/ 2401292 h 6858002"/>
                <a:gd name="connsiteX404" fmla="*/ 4366446 w 4572002"/>
                <a:gd name="connsiteY404" fmla="*/ 2485307 h 6858002"/>
                <a:gd name="connsiteX405" fmla="*/ 4388736 w 4572002"/>
                <a:gd name="connsiteY405" fmla="*/ 2554079 h 6858002"/>
                <a:gd name="connsiteX406" fmla="*/ 4406453 w 4572002"/>
                <a:gd name="connsiteY406" fmla="*/ 2649143 h 6858002"/>
                <a:gd name="connsiteX407" fmla="*/ 4440554 w 4572002"/>
                <a:gd name="connsiteY407" fmla="*/ 2743826 h 6858002"/>
                <a:gd name="connsiteX408" fmla="*/ 4466653 w 4572002"/>
                <a:gd name="connsiteY408" fmla="*/ 2809930 h 6858002"/>
                <a:gd name="connsiteX409" fmla="*/ 4489705 w 4572002"/>
                <a:gd name="connsiteY409" fmla="*/ 2901943 h 6858002"/>
                <a:gd name="connsiteX410" fmla="*/ 4505897 w 4572002"/>
                <a:gd name="connsiteY410" fmla="*/ 3042728 h 6858002"/>
                <a:gd name="connsiteX411" fmla="*/ 4507613 w 4572002"/>
                <a:gd name="connsiteY411" fmla="*/ 3107500 h 6858002"/>
                <a:gd name="connsiteX412" fmla="*/ 4545521 w 4572002"/>
                <a:gd name="connsiteY412" fmla="*/ 3209993 h 6858002"/>
                <a:gd name="connsiteX413" fmla="*/ 4563811 w 4572002"/>
                <a:gd name="connsiteY413" fmla="*/ 3253809 h 6858002"/>
                <a:gd name="connsiteX414" fmla="*/ 4548570 w 4572002"/>
                <a:gd name="connsiteY414" fmla="*/ 3293244 h 6858002"/>
                <a:gd name="connsiteX415" fmla="*/ 4531043 w 4572002"/>
                <a:gd name="connsiteY415" fmla="*/ 3318771 h 6858002"/>
                <a:gd name="connsiteX416" fmla="*/ 4545904 w 4572002"/>
                <a:gd name="connsiteY416" fmla="*/ 3399546 h 6858002"/>
                <a:gd name="connsiteX417" fmla="*/ 4561524 w 4572002"/>
                <a:gd name="connsiteY417" fmla="*/ 3485275 h 6858002"/>
                <a:gd name="connsiteX418" fmla="*/ 4572002 w 4572002"/>
                <a:gd name="connsiteY418" fmla="*/ 3546617 h 6858002"/>
                <a:gd name="connsiteX419" fmla="*/ 4563620 w 4572002"/>
                <a:gd name="connsiteY419" fmla="*/ 3623201 h 6858002"/>
                <a:gd name="connsiteX420" fmla="*/ 4560192 w 4572002"/>
                <a:gd name="connsiteY420" fmla="*/ 3683591 h 6858002"/>
                <a:gd name="connsiteX421" fmla="*/ 4550476 w 4572002"/>
                <a:gd name="connsiteY421" fmla="*/ 3732361 h 6858002"/>
                <a:gd name="connsiteX422" fmla="*/ 4544759 w 4572002"/>
                <a:gd name="connsiteY422" fmla="*/ 3749506 h 6858002"/>
                <a:gd name="connsiteX423" fmla="*/ 4500182 w 4572002"/>
                <a:gd name="connsiteY423" fmla="*/ 3885338 h 6858002"/>
                <a:gd name="connsiteX424" fmla="*/ 4464557 w 4572002"/>
                <a:gd name="connsiteY424" fmla="*/ 4030503 h 6858002"/>
                <a:gd name="connsiteX425" fmla="*/ 4487039 w 4572002"/>
                <a:gd name="connsiteY425" fmla="*/ 4124614 h 6858002"/>
                <a:gd name="connsiteX426" fmla="*/ 4486656 w 4572002"/>
                <a:gd name="connsiteY426" fmla="*/ 4159667 h 6858002"/>
                <a:gd name="connsiteX427" fmla="*/ 4491801 w 4572002"/>
                <a:gd name="connsiteY427" fmla="*/ 4320837 h 6858002"/>
                <a:gd name="connsiteX428" fmla="*/ 4497325 w 4572002"/>
                <a:gd name="connsiteY428" fmla="*/ 4349222 h 6858002"/>
                <a:gd name="connsiteX429" fmla="*/ 4474653 w 4572002"/>
                <a:gd name="connsiteY429" fmla="*/ 4502579 h 6858002"/>
                <a:gd name="connsiteX430" fmla="*/ 4470844 w 4572002"/>
                <a:gd name="connsiteY430" fmla="*/ 4558207 h 6858002"/>
                <a:gd name="connsiteX431" fmla="*/ 4464557 w 4572002"/>
                <a:gd name="connsiteY431" fmla="*/ 4609452 h 6858002"/>
                <a:gd name="connsiteX432" fmla="*/ 4463033 w 4572002"/>
                <a:gd name="connsiteY432" fmla="*/ 4681083 h 6858002"/>
                <a:gd name="connsiteX433" fmla="*/ 4465891 w 4572002"/>
                <a:gd name="connsiteY433" fmla="*/ 4755381 h 6858002"/>
                <a:gd name="connsiteX434" fmla="*/ 4465319 w 4572002"/>
                <a:gd name="connsiteY434" fmla="*/ 4838250 h 6858002"/>
                <a:gd name="connsiteX435" fmla="*/ 4460367 w 4572002"/>
                <a:gd name="connsiteY435" fmla="*/ 4871019 h 6858002"/>
                <a:gd name="connsiteX436" fmla="*/ 4463795 w 4572002"/>
                <a:gd name="connsiteY436" fmla="*/ 4959602 h 6858002"/>
                <a:gd name="connsiteX437" fmla="*/ 4458082 w 4572002"/>
                <a:gd name="connsiteY437" fmla="*/ 5006086 h 6858002"/>
                <a:gd name="connsiteX438" fmla="*/ 4456937 w 4572002"/>
                <a:gd name="connsiteY438" fmla="*/ 5082670 h 6858002"/>
                <a:gd name="connsiteX439" fmla="*/ 4455603 w 4572002"/>
                <a:gd name="connsiteY439" fmla="*/ 5107627 h 6858002"/>
                <a:gd name="connsiteX440" fmla="*/ 4454840 w 4572002"/>
                <a:gd name="connsiteY440" fmla="*/ 5129916 h 6858002"/>
                <a:gd name="connsiteX441" fmla="*/ 4470464 w 4572002"/>
                <a:gd name="connsiteY441" fmla="*/ 5206308 h 6858002"/>
                <a:gd name="connsiteX442" fmla="*/ 4471415 w 4572002"/>
                <a:gd name="connsiteY442" fmla="*/ 5274129 h 6858002"/>
                <a:gd name="connsiteX443" fmla="*/ 4483990 w 4572002"/>
                <a:gd name="connsiteY443" fmla="*/ 5393005 h 6858002"/>
                <a:gd name="connsiteX444" fmla="*/ 4479607 w 4572002"/>
                <a:gd name="connsiteY444" fmla="*/ 5419295 h 6858002"/>
                <a:gd name="connsiteX445" fmla="*/ 4477894 w 4572002"/>
                <a:gd name="connsiteY445" fmla="*/ 5501594 h 6858002"/>
                <a:gd name="connsiteX446" fmla="*/ 4476560 w 4572002"/>
                <a:gd name="connsiteY446" fmla="*/ 5548460 h 6858002"/>
                <a:gd name="connsiteX447" fmla="*/ 4485703 w 4572002"/>
                <a:gd name="connsiteY447" fmla="*/ 5606372 h 6858002"/>
                <a:gd name="connsiteX448" fmla="*/ 4505134 w 4572002"/>
                <a:gd name="connsiteY448" fmla="*/ 5706959 h 6858002"/>
                <a:gd name="connsiteX449" fmla="*/ 4508183 w 4572002"/>
                <a:gd name="connsiteY449" fmla="*/ 5733440 h 6858002"/>
                <a:gd name="connsiteX450" fmla="*/ 4517519 w 4572002"/>
                <a:gd name="connsiteY450" fmla="*/ 5781830 h 6858002"/>
                <a:gd name="connsiteX451" fmla="*/ 4519234 w 4572002"/>
                <a:gd name="connsiteY451" fmla="*/ 5790592 h 6858002"/>
                <a:gd name="connsiteX452" fmla="*/ 4542855 w 4572002"/>
                <a:gd name="connsiteY452" fmla="*/ 5864318 h 6858002"/>
                <a:gd name="connsiteX453" fmla="*/ 4544759 w 4572002"/>
                <a:gd name="connsiteY453" fmla="*/ 5902610 h 6858002"/>
                <a:gd name="connsiteX454" fmla="*/ 4544951 w 4572002"/>
                <a:gd name="connsiteY454" fmla="*/ 6012723 h 6858002"/>
                <a:gd name="connsiteX455" fmla="*/ 4541332 w 4572002"/>
                <a:gd name="connsiteY455" fmla="*/ 6059397 h 6858002"/>
                <a:gd name="connsiteX456" fmla="*/ 4527426 w 4572002"/>
                <a:gd name="connsiteY456" fmla="*/ 6171605 h 6858002"/>
                <a:gd name="connsiteX457" fmla="*/ 4520568 w 4572002"/>
                <a:gd name="connsiteY457" fmla="*/ 6242093 h 6858002"/>
                <a:gd name="connsiteX458" fmla="*/ 4509706 w 4572002"/>
                <a:gd name="connsiteY458" fmla="*/ 6323058 h 6858002"/>
                <a:gd name="connsiteX459" fmla="*/ 4502848 w 4572002"/>
                <a:gd name="connsiteY459" fmla="*/ 6415833 h 6858002"/>
                <a:gd name="connsiteX460" fmla="*/ 4482084 w 4572002"/>
                <a:gd name="connsiteY460" fmla="*/ 6584812 h 6858002"/>
                <a:gd name="connsiteX461" fmla="*/ 4460557 w 4572002"/>
                <a:gd name="connsiteY461" fmla="*/ 6748458 h 6858002"/>
                <a:gd name="connsiteX462" fmla="*/ 4441507 w 4572002"/>
                <a:gd name="connsiteY462" fmla="*/ 6815516 h 6858002"/>
                <a:gd name="connsiteX463" fmla="*/ 4431806 w 4572002"/>
                <a:gd name="connsiteY463" fmla="*/ 6858001 h 6858002"/>
                <a:gd name="connsiteX464" fmla="*/ 4259554 w 4572002"/>
                <a:gd name="connsiteY464" fmla="*/ 6858001 h 6858002"/>
                <a:gd name="connsiteX465" fmla="*/ 4259554 w 4572002"/>
                <a:gd name="connsiteY465" fmla="*/ 6858002 h 6858002"/>
                <a:gd name="connsiteX466" fmla="*/ 0 w 4572002"/>
                <a:gd name="connsiteY466" fmla="*/ 6858002 h 6858002"/>
                <a:gd name="connsiteX467" fmla="*/ 0 w 4572002"/>
                <a:gd name="connsiteY467" fmla="*/ 2 h 6858002"/>
                <a:gd name="connsiteX468" fmla="*/ 3766492 w 4572002"/>
                <a:gd name="connsiteY468" fmla="*/ 1 h 6858002"/>
                <a:gd name="connsiteX469" fmla="*/ 3769210 w 4572002"/>
                <a:gd name="connsiteY469" fmla="*/ 21486 h 685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</a:cxnLst>
              <a:rect l="l" t="t" r="r" b="b"/>
              <a:pathLst>
                <a:path w="4572002" h="6858002">
                  <a:moveTo>
                    <a:pt x="4214994" y="6564620"/>
                  </a:moveTo>
                  <a:lnTo>
                    <a:pt x="4214994" y="6564621"/>
                  </a:lnTo>
                  <a:cubicBezTo>
                    <a:pt x="4225281" y="6575479"/>
                    <a:pt x="4231378" y="6582147"/>
                    <a:pt x="4237474" y="6588626"/>
                  </a:cubicBezTo>
                  <a:lnTo>
                    <a:pt x="4254096" y="6625225"/>
                  </a:lnTo>
                  <a:lnTo>
                    <a:pt x="4247001" y="6662540"/>
                  </a:lnTo>
                  <a:lnTo>
                    <a:pt x="4247000" y="6662541"/>
                  </a:lnTo>
                  <a:lnTo>
                    <a:pt x="4246999" y="6662544"/>
                  </a:lnTo>
                  <a:lnTo>
                    <a:pt x="4235550" y="6683027"/>
                  </a:lnTo>
                  <a:lnTo>
                    <a:pt x="4232403" y="6702976"/>
                  </a:lnTo>
                  <a:lnTo>
                    <a:pt x="4232403" y="6702977"/>
                  </a:lnTo>
                  <a:cubicBezTo>
                    <a:pt x="4232808" y="6716169"/>
                    <a:pt x="4237951" y="6729219"/>
                    <a:pt x="4246238" y="6742553"/>
                  </a:cubicBezTo>
                  <a:lnTo>
                    <a:pt x="4246239" y="6742555"/>
                  </a:lnTo>
                  <a:lnTo>
                    <a:pt x="4265716" y="6812062"/>
                  </a:lnTo>
                  <a:lnTo>
                    <a:pt x="4265717" y="6812064"/>
                  </a:lnTo>
                  <a:lnTo>
                    <a:pt x="4265717" y="6812063"/>
                  </a:lnTo>
                  <a:lnTo>
                    <a:pt x="4265716" y="6812062"/>
                  </a:lnTo>
                  <a:lnTo>
                    <a:pt x="4260942" y="6776800"/>
                  </a:lnTo>
                  <a:lnTo>
                    <a:pt x="4246239" y="6742555"/>
                  </a:lnTo>
                  <a:lnTo>
                    <a:pt x="4246238" y="6742552"/>
                  </a:lnTo>
                  <a:lnTo>
                    <a:pt x="4232403" y="6702976"/>
                  </a:lnTo>
                  <a:lnTo>
                    <a:pt x="4246999" y="6662544"/>
                  </a:lnTo>
                  <a:lnTo>
                    <a:pt x="4247000" y="6662542"/>
                  </a:lnTo>
                  <a:lnTo>
                    <a:pt x="4247001" y="6662540"/>
                  </a:lnTo>
                  <a:lnTo>
                    <a:pt x="4254084" y="6645552"/>
                  </a:lnTo>
                  <a:lnTo>
                    <a:pt x="4254096" y="6625225"/>
                  </a:lnTo>
                  <a:lnTo>
                    <a:pt x="4254096" y="6625224"/>
                  </a:lnTo>
                  <a:cubicBezTo>
                    <a:pt x="4252000" y="6611341"/>
                    <a:pt x="4245951" y="6597578"/>
                    <a:pt x="4237474" y="6588625"/>
                  </a:cubicBezTo>
                  <a:close/>
                  <a:moveTo>
                    <a:pt x="4295315" y="6438981"/>
                  </a:moveTo>
                  <a:lnTo>
                    <a:pt x="4275385" y="6463840"/>
                  </a:lnTo>
                  <a:lnTo>
                    <a:pt x="4275382" y="6463849"/>
                  </a:lnTo>
                  <a:lnTo>
                    <a:pt x="4261587" y="6513012"/>
                  </a:lnTo>
                  <a:lnTo>
                    <a:pt x="4242781" y="6546194"/>
                  </a:lnTo>
                  <a:lnTo>
                    <a:pt x="4242781" y="6546195"/>
                  </a:lnTo>
                  <a:lnTo>
                    <a:pt x="4259120" y="6521804"/>
                  </a:lnTo>
                  <a:lnTo>
                    <a:pt x="4261587" y="6513012"/>
                  </a:lnTo>
                  <a:lnTo>
                    <a:pt x="4264398" y="6508052"/>
                  </a:lnTo>
                  <a:lnTo>
                    <a:pt x="4275382" y="6463849"/>
                  </a:lnTo>
                  <a:lnTo>
                    <a:pt x="4275385" y="6463841"/>
                  </a:lnTo>
                  <a:cubicBezTo>
                    <a:pt x="4278336" y="6451650"/>
                    <a:pt x="4285813" y="6444077"/>
                    <a:pt x="4295315" y="6438981"/>
                  </a:cubicBezTo>
                  <a:close/>
                  <a:moveTo>
                    <a:pt x="4381289" y="6365204"/>
                  </a:moveTo>
                  <a:lnTo>
                    <a:pt x="4380008" y="6387910"/>
                  </a:lnTo>
                  <a:lnTo>
                    <a:pt x="4378243" y="6391549"/>
                  </a:lnTo>
                  <a:lnTo>
                    <a:pt x="4370589" y="6407332"/>
                  </a:lnTo>
                  <a:lnTo>
                    <a:pt x="4370589" y="6407333"/>
                  </a:lnTo>
                  <a:lnTo>
                    <a:pt x="4378243" y="6391549"/>
                  </a:lnTo>
                  <a:lnTo>
                    <a:pt x="4380008" y="6387910"/>
                  </a:lnTo>
                  <a:close/>
                  <a:moveTo>
                    <a:pt x="4142220" y="4221391"/>
                  </a:moveTo>
                  <a:lnTo>
                    <a:pt x="4142220" y="4221392"/>
                  </a:lnTo>
                  <a:cubicBezTo>
                    <a:pt x="4142982" y="4232061"/>
                    <a:pt x="4143172" y="4243873"/>
                    <a:pt x="4147936" y="4253015"/>
                  </a:cubicBezTo>
                  <a:cubicBezTo>
                    <a:pt x="4160129" y="4277402"/>
                    <a:pt x="4175749" y="4300071"/>
                    <a:pt x="4187752" y="4324646"/>
                  </a:cubicBezTo>
                  <a:lnTo>
                    <a:pt x="4196706" y="4363891"/>
                  </a:lnTo>
                  <a:lnTo>
                    <a:pt x="4195944" y="4482004"/>
                  </a:lnTo>
                  <a:cubicBezTo>
                    <a:pt x="4193276" y="4546776"/>
                    <a:pt x="4192704" y="4612500"/>
                    <a:pt x="4135934" y="4659174"/>
                  </a:cubicBezTo>
                  <a:cubicBezTo>
                    <a:pt x="4131362" y="4662986"/>
                    <a:pt x="4128694" y="4671176"/>
                    <a:pt x="4127932" y="4677655"/>
                  </a:cubicBezTo>
                  <a:cubicBezTo>
                    <a:pt x="4124313" y="4707564"/>
                    <a:pt x="4123931" y="4738235"/>
                    <a:pt x="4118025" y="4767764"/>
                  </a:cubicBezTo>
                  <a:cubicBezTo>
                    <a:pt x="4115644" y="4779575"/>
                    <a:pt x="4114835" y="4790387"/>
                    <a:pt x="4116716" y="4800483"/>
                  </a:cubicBezTo>
                  <a:lnTo>
                    <a:pt x="4116716" y="4800484"/>
                  </a:lnTo>
                  <a:cubicBezTo>
                    <a:pt x="4118597" y="4810581"/>
                    <a:pt x="4123170" y="4819964"/>
                    <a:pt x="4131552" y="4828917"/>
                  </a:cubicBezTo>
                  <a:lnTo>
                    <a:pt x="4153733" y="4863343"/>
                  </a:lnTo>
                  <a:lnTo>
                    <a:pt x="4161262" y="4889275"/>
                  </a:lnTo>
                  <a:lnTo>
                    <a:pt x="4159557" y="4912168"/>
                  </a:lnTo>
                  <a:cubicBezTo>
                    <a:pt x="4157842" y="4919978"/>
                    <a:pt x="4157485" y="4927122"/>
                    <a:pt x="4158155" y="4933804"/>
                  </a:cubicBezTo>
                  <a:lnTo>
                    <a:pt x="4158155" y="4933805"/>
                  </a:lnTo>
                  <a:lnTo>
                    <a:pt x="4162914" y="4952673"/>
                  </a:lnTo>
                  <a:lnTo>
                    <a:pt x="4165707" y="4957454"/>
                  </a:lnTo>
                  <a:lnTo>
                    <a:pt x="4166985" y="4961456"/>
                  </a:lnTo>
                  <a:cubicBezTo>
                    <a:pt x="4171496" y="4970097"/>
                    <a:pt x="4177202" y="4978394"/>
                    <a:pt x="4182989" y="4987038"/>
                  </a:cubicBezTo>
                  <a:cubicBezTo>
                    <a:pt x="4194228" y="5003802"/>
                    <a:pt x="4208326" y="5022853"/>
                    <a:pt x="4209468" y="5041522"/>
                  </a:cubicBezTo>
                  <a:cubicBezTo>
                    <a:pt x="4210087" y="5052096"/>
                    <a:pt x="4213005" y="5062300"/>
                    <a:pt x="4216684" y="5072376"/>
                  </a:cubicBezTo>
                  <a:lnTo>
                    <a:pt x="4222587" y="5087441"/>
                  </a:lnTo>
                  <a:lnTo>
                    <a:pt x="4235615" y="5133220"/>
                  </a:lnTo>
                  <a:lnTo>
                    <a:pt x="4235616" y="5133225"/>
                  </a:lnTo>
                  <a:lnTo>
                    <a:pt x="4228901" y="5166113"/>
                  </a:lnTo>
                  <a:lnTo>
                    <a:pt x="4228901" y="5166114"/>
                  </a:lnTo>
                  <a:cubicBezTo>
                    <a:pt x="4228139" y="5167638"/>
                    <a:pt x="4228712" y="5169781"/>
                    <a:pt x="4229593" y="5172091"/>
                  </a:cubicBezTo>
                  <a:lnTo>
                    <a:pt x="4232139" y="5179068"/>
                  </a:lnTo>
                  <a:cubicBezTo>
                    <a:pt x="4235759" y="5196595"/>
                    <a:pt x="4235807" y="5213598"/>
                    <a:pt x="4231973" y="5229434"/>
                  </a:cubicBezTo>
                  <a:lnTo>
                    <a:pt x="4225669" y="5241089"/>
                  </a:lnTo>
                  <a:lnTo>
                    <a:pt x="4208517" y="5272796"/>
                  </a:lnTo>
                  <a:cubicBezTo>
                    <a:pt x="4196871" y="5285441"/>
                    <a:pt x="4189165" y="5298595"/>
                    <a:pt x="4184613" y="5312288"/>
                  </a:cubicBezTo>
                  <a:lnTo>
                    <a:pt x="4183557" y="5321350"/>
                  </a:lnTo>
                  <a:lnTo>
                    <a:pt x="4181083" y="5326163"/>
                  </a:lnTo>
                  <a:lnTo>
                    <a:pt x="4179637" y="5355014"/>
                  </a:lnTo>
                  <a:lnTo>
                    <a:pt x="4179637" y="5355015"/>
                  </a:lnTo>
                  <a:cubicBezTo>
                    <a:pt x="4180286" y="5364883"/>
                    <a:pt x="4181989" y="5375003"/>
                    <a:pt x="4184513" y="5385385"/>
                  </a:cubicBezTo>
                  <a:cubicBezTo>
                    <a:pt x="4187752" y="5398722"/>
                    <a:pt x="4190038" y="5412058"/>
                    <a:pt x="4192704" y="5425583"/>
                  </a:cubicBezTo>
                  <a:cubicBezTo>
                    <a:pt x="4196514" y="5443871"/>
                    <a:pt x="4200516" y="5462352"/>
                    <a:pt x="4204327" y="5480638"/>
                  </a:cubicBezTo>
                  <a:lnTo>
                    <a:pt x="4208850" y="5507668"/>
                  </a:lnTo>
                  <a:lnTo>
                    <a:pt x="4198232" y="5531692"/>
                  </a:lnTo>
                  <a:lnTo>
                    <a:pt x="4198231" y="5531693"/>
                  </a:lnTo>
                  <a:cubicBezTo>
                    <a:pt x="4191181" y="5537600"/>
                    <a:pt x="4187989" y="5542649"/>
                    <a:pt x="4188085" y="5547578"/>
                  </a:cubicBezTo>
                  <a:lnTo>
                    <a:pt x="4188085" y="5547579"/>
                  </a:lnTo>
                  <a:cubicBezTo>
                    <a:pt x="4188180" y="5552508"/>
                    <a:pt x="4191562" y="5557318"/>
                    <a:pt x="4197659" y="5562747"/>
                  </a:cubicBezTo>
                  <a:cubicBezTo>
                    <a:pt x="4240332" y="5600468"/>
                    <a:pt x="4267003" y="5646190"/>
                    <a:pt x="4268907" y="5704484"/>
                  </a:cubicBezTo>
                  <a:cubicBezTo>
                    <a:pt x="4269289" y="5716486"/>
                    <a:pt x="4271954" y="5728679"/>
                    <a:pt x="4274812" y="5740489"/>
                  </a:cubicBezTo>
                  <a:cubicBezTo>
                    <a:pt x="4276527" y="5747729"/>
                    <a:pt x="4278433" y="5756494"/>
                    <a:pt x="4283578" y="5760874"/>
                  </a:cubicBezTo>
                  <a:cubicBezTo>
                    <a:pt x="4322821" y="5794975"/>
                    <a:pt x="4350063" y="5837458"/>
                    <a:pt x="4371973" y="5883752"/>
                  </a:cubicBezTo>
                  <a:lnTo>
                    <a:pt x="4371974" y="5883757"/>
                  </a:lnTo>
                  <a:lnTo>
                    <a:pt x="4389877" y="5935946"/>
                  </a:lnTo>
                  <a:lnTo>
                    <a:pt x="4389878" y="5935950"/>
                  </a:lnTo>
                  <a:lnTo>
                    <a:pt x="4386259" y="5993290"/>
                  </a:lnTo>
                  <a:lnTo>
                    <a:pt x="4386259" y="5993291"/>
                  </a:lnTo>
                  <a:cubicBezTo>
                    <a:pt x="4385116" y="6004531"/>
                    <a:pt x="4385306" y="6017485"/>
                    <a:pt x="4379782" y="6026440"/>
                  </a:cubicBezTo>
                  <a:cubicBezTo>
                    <a:pt x="4362445" y="6054825"/>
                    <a:pt x="4343778" y="6082258"/>
                    <a:pt x="4323583" y="6108738"/>
                  </a:cubicBezTo>
                  <a:cubicBezTo>
                    <a:pt x="4314914" y="6120074"/>
                    <a:pt x="4309961" y="6126884"/>
                    <a:pt x="4309890" y="6133314"/>
                  </a:cubicBezTo>
                  <a:lnTo>
                    <a:pt x="4309890" y="6133315"/>
                  </a:lnTo>
                  <a:lnTo>
                    <a:pt x="4313591" y="6143190"/>
                  </a:lnTo>
                  <a:lnTo>
                    <a:pt x="4325486" y="6155600"/>
                  </a:lnTo>
                  <a:lnTo>
                    <a:pt x="4325488" y="6155603"/>
                  </a:lnTo>
                  <a:cubicBezTo>
                    <a:pt x="4347778" y="6175798"/>
                    <a:pt x="4359398" y="6200945"/>
                    <a:pt x="4364160" y="6228757"/>
                  </a:cubicBezTo>
                  <a:lnTo>
                    <a:pt x="4381497" y="6361540"/>
                  </a:lnTo>
                  <a:lnTo>
                    <a:pt x="4381497" y="6361539"/>
                  </a:lnTo>
                  <a:cubicBezTo>
                    <a:pt x="4377877" y="6317151"/>
                    <a:pt x="4371590" y="6272764"/>
                    <a:pt x="4364160" y="6228756"/>
                  </a:cubicBezTo>
                  <a:cubicBezTo>
                    <a:pt x="4359398" y="6200944"/>
                    <a:pt x="4347778" y="6175797"/>
                    <a:pt x="4325488" y="6155602"/>
                  </a:cubicBezTo>
                  <a:lnTo>
                    <a:pt x="4325486" y="6155600"/>
                  </a:lnTo>
                  <a:lnTo>
                    <a:pt x="4309890" y="6133315"/>
                  </a:lnTo>
                  <a:lnTo>
                    <a:pt x="4323583" y="6108739"/>
                  </a:lnTo>
                  <a:cubicBezTo>
                    <a:pt x="4343778" y="6082259"/>
                    <a:pt x="4362445" y="6054826"/>
                    <a:pt x="4379782" y="6026441"/>
                  </a:cubicBezTo>
                  <a:cubicBezTo>
                    <a:pt x="4385306" y="6017486"/>
                    <a:pt x="4385116" y="6004532"/>
                    <a:pt x="4386259" y="5993292"/>
                  </a:cubicBezTo>
                  <a:lnTo>
                    <a:pt x="4386259" y="5993290"/>
                  </a:lnTo>
                  <a:lnTo>
                    <a:pt x="4389712" y="5964477"/>
                  </a:lnTo>
                  <a:lnTo>
                    <a:pt x="4389878" y="5935950"/>
                  </a:lnTo>
                  <a:lnTo>
                    <a:pt x="4389878" y="5935949"/>
                  </a:lnTo>
                  <a:lnTo>
                    <a:pt x="4389877" y="5935946"/>
                  </a:lnTo>
                  <a:lnTo>
                    <a:pt x="4382997" y="5909351"/>
                  </a:lnTo>
                  <a:lnTo>
                    <a:pt x="4371974" y="5883757"/>
                  </a:lnTo>
                  <a:lnTo>
                    <a:pt x="4371973" y="5883751"/>
                  </a:lnTo>
                  <a:cubicBezTo>
                    <a:pt x="4350063" y="5837457"/>
                    <a:pt x="4322821" y="5794974"/>
                    <a:pt x="4283578" y="5760873"/>
                  </a:cubicBezTo>
                  <a:cubicBezTo>
                    <a:pt x="4278433" y="5756493"/>
                    <a:pt x="4276527" y="5747728"/>
                    <a:pt x="4274812" y="5740488"/>
                  </a:cubicBezTo>
                  <a:cubicBezTo>
                    <a:pt x="4271954" y="5728678"/>
                    <a:pt x="4269289" y="5716485"/>
                    <a:pt x="4268907" y="5704483"/>
                  </a:cubicBezTo>
                  <a:cubicBezTo>
                    <a:pt x="4267003" y="5646189"/>
                    <a:pt x="4240332" y="5600467"/>
                    <a:pt x="4197659" y="5562746"/>
                  </a:cubicBezTo>
                  <a:lnTo>
                    <a:pt x="4188085" y="5547578"/>
                  </a:lnTo>
                  <a:lnTo>
                    <a:pt x="4198231" y="5531694"/>
                  </a:lnTo>
                  <a:lnTo>
                    <a:pt x="4198232" y="5531692"/>
                  </a:lnTo>
                  <a:lnTo>
                    <a:pt x="4206630" y="5520422"/>
                  </a:lnTo>
                  <a:lnTo>
                    <a:pt x="4208850" y="5507668"/>
                  </a:lnTo>
                  <a:lnTo>
                    <a:pt x="4208850" y="5507667"/>
                  </a:lnTo>
                  <a:cubicBezTo>
                    <a:pt x="4208803" y="5498832"/>
                    <a:pt x="4206231" y="5489497"/>
                    <a:pt x="4204327" y="5480637"/>
                  </a:cubicBezTo>
                  <a:cubicBezTo>
                    <a:pt x="4200516" y="5462351"/>
                    <a:pt x="4196514" y="5443870"/>
                    <a:pt x="4192704" y="5425582"/>
                  </a:cubicBezTo>
                  <a:cubicBezTo>
                    <a:pt x="4190038" y="5412057"/>
                    <a:pt x="4187752" y="5398721"/>
                    <a:pt x="4184513" y="5385384"/>
                  </a:cubicBezTo>
                  <a:lnTo>
                    <a:pt x="4179637" y="5355014"/>
                  </a:lnTo>
                  <a:lnTo>
                    <a:pt x="4183557" y="5321350"/>
                  </a:lnTo>
                  <a:lnTo>
                    <a:pt x="4208517" y="5272797"/>
                  </a:lnTo>
                  <a:lnTo>
                    <a:pt x="4225669" y="5241089"/>
                  </a:lnTo>
                  <a:lnTo>
                    <a:pt x="4231973" y="5229433"/>
                  </a:lnTo>
                  <a:lnTo>
                    <a:pt x="4232139" y="5179068"/>
                  </a:lnTo>
                  <a:lnTo>
                    <a:pt x="4232139" y="5179067"/>
                  </a:lnTo>
                  <a:cubicBezTo>
                    <a:pt x="4231663" y="5176876"/>
                    <a:pt x="4230473" y="5174400"/>
                    <a:pt x="4229593" y="5172090"/>
                  </a:cubicBezTo>
                  <a:lnTo>
                    <a:pt x="4228901" y="5166114"/>
                  </a:lnTo>
                  <a:lnTo>
                    <a:pt x="4235616" y="5133225"/>
                  </a:lnTo>
                  <a:lnTo>
                    <a:pt x="4235616" y="5133224"/>
                  </a:lnTo>
                  <a:lnTo>
                    <a:pt x="4235615" y="5133220"/>
                  </a:lnTo>
                  <a:lnTo>
                    <a:pt x="4228473" y="5102461"/>
                  </a:lnTo>
                  <a:lnTo>
                    <a:pt x="4222587" y="5087441"/>
                  </a:lnTo>
                  <a:lnTo>
                    <a:pt x="4222582" y="5087423"/>
                  </a:lnTo>
                  <a:cubicBezTo>
                    <a:pt x="4216496" y="5072411"/>
                    <a:pt x="4210397" y="5057381"/>
                    <a:pt x="4209468" y="5041521"/>
                  </a:cubicBezTo>
                  <a:cubicBezTo>
                    <a:pt x="4208326" y="5022852"/>
                    <a:pt x="4194228" y="5003801"/>
                    <a:pt x="4182989" y="4987037"/>
                  </a:cubicBezTo>
                  <a:lnTo>
                    <a:pt x="4165707" y="4957454"/>
                  </a:lnTo>
                  <a:lnTo>
                    <a:pt x="4158155" y="4933805"/>
                  </a:lnTo>
                  <a:lnTo>
                    <a:pt x="4159557" y="4912169"/>
                  </a:lnTo>
                  <a:cubicBezTo>
                    <a:pt x="4161319" y="4904358"/>
                    <a:pt x="4161831" y="4896714"/>
                    <a:pt x="4161262" y="4889276"/>
                  </a:cubicBezTo>
                  <a:lnTo>
                    <a:pt x="4161262" y="4889275"/>
                  </a:lnTo>
                  <a:lnTo>
                    <a:pt x="4156484" y="4867614"/>
                  </a:lnTo>
                  <a:lnTo>
                    <a:pt x="4153733" y="4863343"/>
                  </a:lnTo>
                  <a:lnTo>
                    <a:pt x="4151983" y="4857317"/>
                  </a:lnTo>
                  <a:cubicBezTo>
                    <a:pt x="4146840" y="4847214"/>
                    <a:pt x="4139839" y="4837703"/>
                    <a:pt x="4131552" y="4828916"/>
                  </a:cubicBezTo>
                  <a:lnTo>
                    <a:pt x="4116716" y="4800483"/>
                  </a:lnTo>
                  <a:lnTo>
                    <a:pt x="4118025" y="4767765"/>
                  </a:lnTo>
                  <a:cubicBezTo>
                    <a:pt x="4123931" y="4738236"/>
                    <a:pt x="4124313" y="4707565"/>
                    <a:pt x="4127932" y="4677656"/>
                  </a:cubicBezTo>
                  <a:cubicBezTo>
                    <a:pt x="4128694" y="4671177"/>
                    <a:pt x="4131362" y="4662987"/>
                    <a:pt x="4135934" y="4659175"/>
                  </a:cubicBezTo>
                  <a:cubicBezTo>
                    <a:pt x="4192704" y="4612501"/>
                    <a:pt x="4193276" y="4546777"/>
                    <a:pt x="4195944" y="4482005"/>
                  </a:cubicBezTo>
                  <a:cubicBezTo>
                    <a:pt x="4197659" y="4442762"/>
                    <a:pt x="4197659" y="4403326"/>
                    <a:pt x="4196706" y="4363891"/>
                  </a:cubicBezTo>
                  <a:lnTo>
                    <a:pt x="4196706" y="4363890"/>
                  </a:lnTo>
                  <a:cubicBezTo>
                    <a:pt x="4196514" y="4350554"/>
                    <a:pt x="4193466" y="4336457"/>
                    <a:pt x="4187752" y="4324645"/>
                  </a:cubicBezTo>
                  <a:cubicBezTo>
                    <a:pt x="4175749" y="4300070"/>
                    <a:pt x="4160129" y="4277401"/>
                    <a:pt x="4147936" y="4253014"/>
                  </a:cubicBezTo>
                  <a:close/>
                  <a:moveTo>
                    <a:pt x="4211111" y="2836172"/>
                  </a:moveTo>
                  <a:lnTo>
                    <a:pt x="4202421" y="2848793"/>
                  </a:lnTo>
                  <a:cubicBezTo>
                    <a:pt x="4197421" y="2865010"/>
                    <a:pt x="4191562" y="2881307"/>
                    <a:pt x="4186816" y="2897785"/>
                  </a:cubicBezTo>
                  <a:lnTo>
                    <a:pt x="4185787" y="2903551"/>
                  </a:lnTo>
                  <a:lnTo>
                    <a:pt x="4182513" y="2914328"/>
                  </a:lnTo>
                  <a:lnTo>
                    <a:pt x="4177882" y="2947858"/>
                  </a:lnTo>
                  <a:lnTo>
                    <a:pt x="4177881" y="2947862"/>
                  </a:lnTo>
                  <a:lnTo>
                    <a:pt x="4177881" y="2947863"/>
                  </a:lnTo>
                  <a:cubicBezTo>
                    <a:pt x="4177512" y="2959157"/>
                    <a:pt x="4178512" y="2970576"/>
                    <a:pt x="4181465" y="2982149"/>
                  </a:cubicBezTo>
                  <a:lnTo>
                    <a:pt x="4193158" y="3077402"/>
                  </a:lnTo>
                  <a:lnTo>
                    <a:pt x="4180703" y="3172654"/>
                  </a:lnTo>
                  <a:cubicBezTo>
                    <a:pt x="4154794" y="3276480"/>
                    <a:pt x="4127362" y="3380305"/>
                    <a:pt x="4133076" y="3489467"/>
                  </a:cubicBezTo>
                  <a:cubicBezTo>
                    <a:pt x="4134028" y="3507563"/>
                    <a:pt x="4122407" y="3529090"/>
                    <a:pt x="4110977" y="3544713"/>
                  </a:cubicBezTo>
                  <a:cubicBezTo>
                    <a:pt x="4100119" y="3559668"/>
                    <a:pt x="4094260" y="3566812"/>
                    <a:pt x="4093355" y="3574408"/>
                  </a:cubicBezTo>
                  <a:lnTo>
                    <a:pt x="4093355" y="3574409"/>
                  </a:lnTo>
                  <a:cubicBezTo>
                    <a:pt x="4092450" y="3582005"/>
                    <a:pt x="4096499" y="3590054"/>
                    <a:pt x="4105453" y="3606818"/>
                  </a:cubicBezTo>
                  <a:cubicBezTo>
                    <a:pt x="4109835" y="3614820"/>
                    <a:pt x="4112501" y="3624726"/>
                    <a:pt x="4118979" y="3630633"/>
                  </a:cubicBezTo>
                  <a:lnTo>
                    <a:pt x="4136708" y="3654416"/>
                  </a:lnTo>
                  <a:lnTo>
                    <a:pt x="4140382" y="3668940"/>
                  </a:lnTo>
                  <a:lnTo>
                    <a:pt x="4143220" y="3680164"/>
                  </a:lnTo>
                  <a:lnTo>
                    <a:pt x="4139172" y="3734837"/>
                  </a:lnTo>
                  <a:lnTo>
                    <a:pt x="4139172" y="3734838"/>
                  </a:lnTo>
                  <a:cubicBezTo>
                    <a:pt x="4138220" y="3741316"/>
                    <a:pt x="4136886" y="3749126"/>
                    <a:pt x="4139554" y="3754653"/>
                  </a:cubicBezTo>
                  <a:lnTo>
                    <a:pt x="4145911" y="3789776"/>
                  </a:lnTo>
                  <a:lnTo>
                    <a:pt x="4130980" y="3822472"/>
                  </a:lnTo>
                  <a:cubicBezTo>
                    <a:pt x="4123932" y="3831902"/>
                    <a:pt x="4118312" y="3842046"/>
                    <a:pt x="4116645" y="3852619"/>
                  </a:cubicBezTo>
                  <a:lnTo>
                    <a:pt x="4116645" y="3852620"/>
                  </a:lnTo>
                  <a:lnTo>
                    <a:pt x="4117425" y="3868764"/>
                  </a:lnTo>
                  <a:lnTo>
                    <a:pt x="4126028" y="3885337"/>
                  </a:lnTo>
                  <a:lnTo>
                    <a:pt x="4126028" y="3885339"/>
                  </a:lnTo>
                  <a:cubicBezTo>
                    <a:pt x="4135744" y="3897722"/>
                    <a:pt x="4143150" y="3910319"/>
                    <a:pt x="4148409" y="3923125"/>
                  </a:cubicBezTo>
                  <a:lnTo>
                    <a:pt x="4157913" y="3962160"/>
                  </a:lnTo>
                  <a:lnTo>
                    <a:pt x="4142221" y="4043838"/>
                  </a:lnTo>
                  <a:lnTo>
                    <a:pt x="4142220" y="4043839"/>
                  </a:lnTo>
                  <a:cubicBezTo>
                    <a:pt x="4133457" y="4063842"/>
                    <a:pt x="4128075" y="4083702"/>
                    <a:pt x="4127099" y="4103825"/>
                  </a:cubicBezTo>
                  <a:lnTo>
                    <a:pt x="4127099" y="4103826"/>
                  </a:lnTo>
                  <a:lnTo>
                    <a:pt x="4129066" y="4134256"/>
                  </a:lnTo>
                  <a:lnTo>
                    <a:pt x="4138410" y="4165382"/>
                  </a:lnTo>
                  <a:lnTo>
                    <a:pt x="4138410" y="4165384"/>
                  </a:lnTo>
                  <a:lnTo>
                    <a:pt x="4142315" y="4192388"/>
                  </a:lnTo>
                  <a:lnTo>
                    <a:pt x="4142315" y="4192387"/>
                  </a:lnTo>
                  <a:cubicBezTo>
                    <a:pt x="4142411" y="4182767"/>
                    <a:pt x="4141839" y="4173480"/>
                    <a:pt x="4138410" y="4165383"/>
                  </a:cubicBezTo>
                  <a:lnTo>
                    <a:pt x="4138410" y="4165382"/>
                  </a:lnTo>
                  <a:lnTo>
                    <a:pt x="4127099" y="4103826"/>
                  </a:lnTo>
                  <a:lnTo>
                    <a:pt x="4142220" y="4043840"/>
                  </a:lnTo>
                  <a:lnTo>
                    <a:pt x="4142221" y="4043838"/>
                  </a:lnTo>
                  <a:lnTo>
                    <a:pt x="4155523" y="4002410"/>
                  </a:lnTo>
                  <a:lnTo>
                    <a:pt x="4157913" y="3962160"/>
                  </a:lnTo>
                  <a:lnTo>
                    <a:pt x="4157913" y="3962159"/>
                  </a:lnTo>
                  <a:cubicBezTo>
                    <a:pt x="4155651" y="3935727"/>
                    <a:pt x="4145460" y="3910104"/>
                    <a:pt x="4126028" y="3885338"/>
                  </a:cubicBezTo>
                  <a:lnTo>
                    <a:pt x="4126028" y="3885337"/>
                  </a:lnTo>
                  <a:lnTo>
                    <a:pt x="4116645" y="3852620"/>
                  </a:lnTo>
                  <a:lnTo>
                    <a:pt x="4130980" y="3822473"/>
                  </a:lnTo>
                  <a:cubicBezTo>
                    <a:pt x="4139172" y="3811614"/>
                    <a:pt x="4144316" y="3800897"/>
                    <a:pt x="4145911" y="3789777"/>
                  </a:cubicBezTo>
                  <a:lnTo>
                    <a:pt x="4145911" y="3789776"/>
                  </a:lnTo>
                  <a:cubicBezTo>
                    <a:pt x="4147507" y="3778655"/>
                    <a:pt x="4145554" y="3767130"/>
                    <a:pt x="4139554" y="3754652"/>
                  </a:cubicBezTo>
                  <a:lnTo>
                    <a:pt x="4139172" y="3734838"/>
                  </a:lnTo>
                  <a:lnTo>
                    <a:pt x="4143220" y="3680164"/>
                  </a:lnTo>
                  <a:lnTo>
                    <a:pt x="4143220" y="3680163"/>
                  </a:lnTo>
                  <a:lnTo>
                    <a:pt x="4140382" y="3668940"/>
                  </a:lnTo>
                  <a:lnTo>
                    <a:pt x="4136708" y="3654416"/>
                  </a:lnTo>
                  <a:lnTo>
                    <a:pt x="4136708" y="3654416"/>
                  </a:lnTo>
                  <a:lnTo>
                    <a:pt x="4136708" y="3654415"/>
                  </a:lnTo>
                  <a:cubicBezTo>
                    <a:pt x="4132898" y="3646123"/>
                    <a:pt x="4127219" y="3638157"/>
                    <a:pt x="4118979" y="3630632"/>
                  </a:cubicBezTo>
                  <a:cubicBezTo>
                    <a:pt x="4112501" y="3624725"/>
                    <a:pt x="4109835" y="3614819"/>
                    <a:pt x="4105453" y="3606817"/>
                  </a:cubicBezTo>
                  <a:cubicBezTo>
                    <a:pt x="4100976" y="3598435"/>
                    <a:pt x="4097725" y="3592232"/>
                    <a:pt x="4095707" y="3587174"/>
                  </a:cubicBezTo>
                  <a:lnTo>
                    <a:pt x="4093355" y="3574408"/>
                  </a:lnTo>
                  <a:lnTo>
                    <a:pt x="4098434" y="3562321"/>
                  </a:lnTo>
                  <a:cubicBezTo>
                    <a:pt x="4101369" y="3557716"/>
                    <a:pt x="4105548" y="3552191"/>
                    <a:pt x="4110977" y="3544714"/>
                  </a:cubicBezTo>
                  <a:cubicBezTo>
                    <a:pt x="4122407" y="3529091"/>
                    <a:pt x="4134028" y="3507564"/>
                    <a:pt x="4133076" y="3489468"/>
                  </a:cubicBezTo>
                  <a:cubicBezTo>
                    <a:pt x="4127362" y="3380306"/>
                    <a:pt x="4154794" y="3276481"/>
                    <a:pt x="4180703" y="3172655"/>
                  </a:cubicBezTo>
                  <a:cubicBezTo>
                    <a:pt x="4188705" y="3140650"/>
                    <a:pt x="4192943" y="3109026"/>
                    <a:pt x="4193158" y="3077402"/>
                  </a:cubicBezTo>
                  <a:lnTo>
                    <a:pt x="4193158" y="3077401"/>
                  </a:lnTo>
                  <a:cubicBezTo>
                    <a:pt x="4193372" y="3045777"/>
                    <a:pt x="4189562" y="3014153"/>
                    <a:pt x="4181465" y="2982148"/>
                  </a:cubicBezTo>
                  <a:lnTo>
                    <a:pt x="4177881" y="2947863"/>
                  </a:lnTo>
                  <a:lnTo>
                    <a:pt x="4177882" y="2947858"/>
                  </a:lnTo>
                  <a:lnTo>
                    <a:pt x="4185787" y="2903551"/>
                  </a:lnTo>
                  <a:lnTo>
                    <a:pt x="4202421" y="2848794"/>
                  </a:lnTo>
                  <a:cubicBezTo>
                    <a:pt x="4203754" y="2844317"/>
                    <a:pt x="4207040" y="2839983"/>
                    <a:pt x="4211111" y="2836173"/>
                  </a:cubicBezTo>
                  <a:close/>
                  <a:moveTo>
                    <a:pt x="3726625" y="1508458"/>
                  </a:moveTo>
                  <a:lnTo>
                    <a:pt x="3698531" y="1596214"/>
                  </a:lnTo>
                  <a:cubicBezTo>
                    <a:pt x="3696054" y="1604979"/>
                    <a:pt x="3697579" y="1615837"/>
                    <a:pt x="3700436" y="1624981"/>
                  </a:cubicBezTo>
                  <a:cubicBezTo>
                    <a:pt x="3710152" y="1656224"/>
                    <a:pt x="3734537" y="1676037"/>
                    <a:pt x="3757017" y="1697754"/>
                  </a:cubicBezTo>
                  <a:cubicBezTo>
                    <a:pt x="3766924" y="1707280"/>
                    <a:pt x="3773972" y="1720424"/>
                    <a:pt x="3779686" y="1733189"/>
                  </a:cubicBezTo>
                  <a:cubicBezTo>
                    <a:pt x="3794357" y="1766336"/>
                    <a:pt x="3807501" y="1800247"/>
                    <a:pt x="3821407" y="1833776"/>
                  </a:cubicBezTo>
                  <a:cubicBezTo>
                    <a:pt x="3822741" y="1837014"/>
                    <a:pt x="3826170" y="1839680"/>
                    <a:pt x="3829028" y="1842159"/>
                  </a:cubicBezTo>
                  <a:cubicBezTo>
                    <a:pt x="3859129" y="1866923"/>
                    <a:pt x="3889418" y="1891498"/>
                    <a:pt x="3919519" y="1916455"/>
                  </a:cubicBezTo>
                  <a:cubicBezTo>
                    <a:pt x="3925233" y="1921217"/>
                    <a:pt x="3929425" y="1928077"/>
                    <a:pt x="3934949" y="1933220"/>
                  </a:cubicBezTo>
                  <a:cubicBezTo>
                    <a:pt x="3942569" y="1940460"/>
                    <a:pt x="3949810" y="1949604"/>
                    <a:pt x="3958954" y="1953414"/>
                  </a:cubicBezTo>
                  <a:cubicBezTo>
                    <a:pt x="3987719" y="1965225"/>
                    <a:pt x="4000103" y="1987895"/>
                    <a:pt x="4005437" y="2016470"/>
                  </a:cubicBezTo>
                  <a:cubicBezTo>
                    <a:pt x="4010390" y="2042571"/>
                    <a:pt x="4014582" y="2068670"/>
                    <a:pt x="4020296" y="2094579"/>
                  </a:cubicBezTo>
                  <a:cubicBezTo>
                    <a:pt x="4027154" y="2126202"/>
                    <a:pt x="4034584" y="2157637"/>
                    <a:pt x="4042967" y="2188880"/>
                  </a:cubicBezTo>
                  <a:cubicBezTo>
                    <a:pt x="4046587" y="2202405"/>
                    <a:pt x="4050777" y="2216693"/>
                    <a:pt x="4058207" y="2228315"/>
                  </a:cubicBezTo>
                  <a:cubicBezTo>
                    <a:pt x="4078782" y="2260891"/>
                    <a:pt x="4092688" y="2295754"/>
                    <a:pt x="4087164" y="2334045"/>
                  </a:cubicBezTo>
                  <a:cubicBezTo>
                    <a:pt x="4082782" y="2364716"/>
                    <a:pt x="4094022" y="2390435"/>
                    <a:pt x="4111549" y="2409486"/>
                  </a:cubicBezTo>
                  <a:cubicBezTo>
                    <a:pt x="4119503" y="2418155"/>
                    <a:pt x="4125016" y="2426977"/>
                    <a:pt x="4128650" y="2435913"/>
                  </a:cubicBezTo>
                  <a:lnTo>
                    <a:pt x="4134481" y="2463018"/>
                  </a:lnTo>
                  <a:lnTo>
                    <a:pt x="4125839" y="2518262"/>
                  </a:lnTo>
                  <a:lnTo>
                    <a:pt x="4125838" y="2518264"/>
                  </a:lnTo>
                  <a:cubicBezTo>
                    <a:pt x="4123171" y="2527790"/>
                    <a:pt x="4122027" y="2536457"/>
                    <a:pt x="4122194" y="2545006"/>
                  </a:cubicBezTo>
                  <a:lnTo>
                    <a:pt x="4122194" y="2545007"/>
                  </a:lnTo>
                  <a:cubicBezTo>
                    <a:pt x="4122360" y="2553556"/>
                    <a:pt x="4123837" y="2561986"/>
                    <a:pt x="4126408" y="2571035"/>
                  </a:cubicBezTo>
                  <a:cubicBezTo>
                    <a:pt x="4138410" y="2612946"/>
                    <a:pt x="4170987" y="2640951"/>
                    <a:pt x="4199563" y="2668002"/>
                  </a:cubicBezTo>
                  <a:cubicBezTo>
                    <a:pt x="4223947" y="2691055"/>
                    <a:pt x="4237663" y="2716964"/>
                    <a:pt x="4247953" y="2745349"/>
                  </a:cubicBezTo>
                  <a:lnTo>
                    <a:pt x="4247954" y="2745352"/>
                  </a:lnTo>
                  <a:lnTo>
                    <a:pt x="4253873" y="2778006"/>
                  </a:lnTo>
                  <a:lnTo>
                    <a:pt x="4253453" y="2785440"/>
                  </a:lnTo>
                  <a:lnTo>
                    <a:pt x="4243374" y="2811780"/>
                  </a:lnTo>
                  <a:lnTo>
                    <a:pt x="4243371" y="2811787"/>
                  </a:lnTo>
                  <a:lnTo>
                    <a:pt x="4243372" y="2811787"/>
                  </a:lnTo>
                  <a:lnTo>
                    <a:pt x="4243374" y="2811780"/>
                  </a:lnTo>
                  <a:lnTo>
                    <a:pt x="4253025" y="2793023"/>
                  </a:lnTo>
                  <a:lnTo>
                    <a:pt x="4253453" y="2785440"/>
                  </a:lnTo>
                  <a:lnTo>
                    <a:pt x="4254654" y="2782305"/>
                  </a:lnTo>
                  <a:lnTo>
                    <a:pt x="4253873" y="2778006"/>
                  </a:lnTo>
                  <a:lnTo>
                    <a:pt x="4254284" y="2770758"/>
                  </a:lnTo>
                  <a:lnTo>
                    <a:pt x="4247954" y="2745352"/>
                  </a:lnTo>
                  <a:lnTo>
                    <a:pt x="4247953" y="2745348"/>
                  </a:lnTo>
                  <a:cubicBezTo>
                    <a:pt x="4237663" y="2716963"/>
                    <a:pt x="4223947" y="2691054"/>
                    <a:pt x="4199563" y="2668001"/>
                  </a:cubicBezTo>
                  <a:cubicBezTo>
                    <a:pt x="4170987" y="2640950"/>
                    <a:pt x="4138410" y="2612945"/>
                    <a:pt x="4126408" y="2571034"/>
                  </a:cubicBezTo>
                  <a:lnTo>
                    <a:pt x="4122194" y="2545007"/>
                  </a:lnTo>
                  <a:lnTo>
                    <a:pt x="4125838" y="2518265"/>
                  </a:lnTo>
                  <a:lnTo>
                    <a:pt x="4125839" y="2518262"/>
                  </a:lnTo>
                  <a:lnTo>
                    <a:pt x="4132419" y="2490551"/>
                  </a:lnTo>
                  <a:lnTo>
                    <a:pt x="4134481" y="2463018"/>
                  </a:lnTo>
                  <a:lnTo>
                    <a:pt x="4134481" y="2463017"/>
                  </a:lnTo>
                  <a:cubicBezTo>
                    <a:pt x="4133600" y="2444777"/>
                    <a:pt x="4127457" y="2426822"/>
                    <a:pt x="4111549" y="2409485"/>
                  </a:cubicBezTo>
                  <a:cubicBezTo>
                    <a:pt x="4094022" y="2390434"/>
                    <a:pt x="4082782" y="2364715"/>
                    <a:pt x="4087164" y="2334044"/>
                  </a:cubicBezTo>
                  <a:cubicBezTo>
                    <a:pt x="4092688" y="2295753"/>
                    <a:pt x="4078782" y="2260890"/>
                    <a:pt x="4058207" y="2228314"/>
                  </a:cubicBezTo>
                  <a:cubicBezTo>
                    <a:pt x="4050777" y="2216692"/>
                    <a:pt x="4046587" y="2202404"/>
                    <a:pt x="4042967" y="2188879"/>
                  </a:cubicBezTo>
                  <a:cubicBezTo>
                    <a:pt x="4034584" y="2157636"/>
                    <a:pt x="4027154" y="2126201"/>
                    <a:pt x="4020296" y="2094578"/>
                  </a:cubicBezTo>
                  <a:cubicBezTo>
                    <a:pt x="4014582" y="2068669"/>
                    <a:pt x="4010390" y="2042570"/>
                    <a:pt x="4005437" y="2016469"/>
                  </a:cubicBezTo>
                  <a:cubicBezTo>
                    <a:pt x="4000103" y="1987894"/>
                    <a:pt x="3987719" y="1965224"/>
                    <a:pt x="3958954" y="1953413"/>
                  </a:cubicBezTo>
                  <a:cubicBezTo>
                    <a:pt x="3949810" y="1949603"/>
                    <a:pt x="3942569" y="1940459"/>
                    <a:pt x="3934949" y="1933219"/>
                  </a:cubicBezTo>
                  <a:cubicBezTo>
                    <a:pt x="3929425" y="1928076"/>
                    <a:pt x="3925233" y="1921216"/>
                    <a:pt x="3919519" y="1916454"/>
                  </a:cubicBezTo>
                  <a:cubicBezTo>
                    <a:pt x="3889418" y="1891497"/>
                    <a:pt x="3859129" y="1866922"/>
                    <a:pt x="3829028" y="1842158"/>
                  </a:cubicBezTo>
                  <a:cubicBezTo>
                    <a:pt x="3826170" y="1839679"/>
                    <a:pt x="3822741" y="1837013"/>
                    <a:pt x="3821407" y="1833775"/>
                  </a:cubicBezTo>
                  <a:cubicBezTo>
                    <a:pt x="3807501" y="1800246"/>
                    <a:pt x="3794358" y="1766335"/>
                    <a:pt x="3779686" y="1733188"/>
                  </a:cubicBezTo>
                  <a:cubicBezTo>
                    <a:pt x="3773972" y="1720423"/>
                    <a:pt x="3766924" y="1707279"/>
                    <a:pt x="3757018" y="1697753"/>
                  </a:cubicBezTo>
                  <a:cubicBezTo>
                    <a:pt x="3734538" y="1676036"/>
                    <a:pt x="3710152" y="1656223"/>
                    <a:pt x="3700436" y="1624980"/>
                  </a:cubicBezTo>
                  <a:cubicBezTo>
                    <a:pt x="3697580" y="1615836"/>
                    <a:pt x="3696055" y="1604978"/>
                    <a:pt x="3698532" y="1596213"/>
                  </a:cubicBezTo>
                  <a:close/>
                  <a:moveTo>
                    <a:pt x="3745230" y="1459073"/>
                  </a:moveTo>
                  <a:lnTo>
                    <a:pt x="3745229" y="1459074"/>
                  </a:lnTo>
                  <a:lnTo>
                    <a:pt x="3736012" y="1481572"/>
                  </a:lnTo>
                  <a:close/>
                  <a:moveTo>
                    <a:pt x="3764423" y="1268758"/>
                  </a:moveTo>
                  <a:cubicBezTo>
                    <a:pt x="3764875" y="1275402"/>
                    <a:pt x="3766447" y="1281689"/>
                    <a:pt x="3769590" y="1286070"/>
                  </a:cubicBezTo>
                  <a:cubicBezTo>
                    <a:pt x="3784163" y="1306930"/>
                    <a:pt x="3790403" y="1328553"/>
                    <a:pt x="3791927" y="1350628"/>
                  </a:cubicBezTo>
                  <a:lnTo>
                    <a:pt x="3786333" y="1413840"/>
                  </a:lnTo>
                  <a:lnTo>
                    <a:pt x="3791928" y="1350627"/>
                  </a:lnTo>
                  <a:cubicBezTo>
                    <a:pt x="3790403" y="1328552"/>
                    <a:pt x="3784164" y="1306930"/>
                    <a:pt x="3769590" y="1286069"/>
                  </a:cubicBezTo>
                  <a:close/>
                  <a:moveTo>
                    <a:pt x="3706152" y="773035"/>
                  </a:moveTo>
                  <a:lnTo>
                    <a:pt x="3706152" y="773036"/>
                  </a:lnTo>
                  <a:cubicBezTo>
                    <a:pt x="3708438" y="800277"/>
                    <a:pt x="3711676" y="827330"/>
                    <a:pt x="3714152" y="854380"/>
                  </a:cubicBezTo>
                  <a:cubicBezTo>
                    <a:pt x="3716438" y="878957"/>
                    <a:pt x="3717200" y="903723"/>
                    <a:pt x="3745205" y="915344"/>
                  </a:cubicBezTo>
                  <a:cubicBezTo>
                    <a:pt x="3749587" y="917060"/>
                    <a:pt x="3752825" y="922774"/>
                    <a:pt x="3755683" y="927156"/>
                  </a:cubicBezTo>
                  <a:cubicBezTo>
                    <a:pt x="3799691" y="994786"/>
                    <a:pt x="3798547" y="1030981"/>
                    <a:pt x="3752063" y="1097088"/>
                  </a:cubicBezTo>
                  <a:cubicBezTo>
                    <a:pt x="3747301" y="1103946"/>
                    <a:pt x="3743871" y="1118614"/>
                    <a:pt x="3747681" y="1123186"/>
                  </a:cubicBezTo>
                  <a:cubicBezTo>
                    <a:pt x="3763493" y="1142618"/>
                    <a:pt x="3770542" y="1162954"/>
                    <a:pt x="3772400" y="1184029"/>
                  </a:cubicBezTo>
                  <a:cubicBezTo>
                    <a:pt x="3770542" y="1162954"/>
                    <a:pt x="3763494" y="1142617"/>
                    <a:pt x="3747682" y="1123185"/>
                  </a:cubicBezTo>
                  <a:cubicBezTo>
                    <a:pt x="3743872" y="1118613"/>
                    <a:pt x="3747302" y="1103945"/>
                    <a:pt x="3752064" y="1097087"/>
                  </a:cubicBezTo>
                  <a:cubicBezTo>
                    <a:pt x="3798548" y="1030980"/>
                    <a:pt x="3799692" y="994785"/>
                    <a:pt x="3755684" y="927155"/>
                  </a:cubicBezTo>
                  <a:cubicBezTo>
                    <a:pt x="3752826" y="922773"/>
                    <a:pt x="3749588" y="917059"/>
                    <a:pt x="3745206" y="915343"/>
                  </a:cubicBezTo>
                  <a:cubicBezTo>
                    <a:pt x="3717200" y="903722"/>
                    <a:pt x="3716438" y="878956"/>
                    <a:pt x="3714152" y="854379"/>
                  </a:cubicBezTo>
                  <a:close/>
                  <a:moveTo>
                    <a:pt x="3761553" y="517851"/>
                  </a:moveTo>
                  <a:lnTo>
                    <a:pt x="3752635" y="556048"/>
                  </a:lnTo>
                  <a:cubicBezTo>
                    <a:pt x="3750539" y="564049"/>
                    <a:pt x="3745015" y="572623"/>
                    <a:pt x="3746157" y="580051"/>
                  </a:cubicBezTo>
                  <a:cubicBezTo>
                    <a:pt x="3749491" y="601579"/>
                    <a:pt x="3747062" y="622201"/>
                    <a:pt x="3742776" y="642538"/>
                  </a:cubicBezTo>
                  <a:lnTo>
                    <a:pt x="3730253" y="694928"/>
                  </a:lnTo>
                  <a:lnTo>
                    <a:pt x="3742777" y="642537"/>
                  </a:lnTo>
                  <a:cubicBezTo>
                    <a:pt x="3747063" y="622201"/>
                    <a:pt x="3749492" y="601578"/>
                    <a:pt x="3746158" y="580050"/>
                  </a:cubicBezTo>
                  <a:cubicBezTo>
                    <a:pt x="3745016" y="572622"/>
                    <a:pt x="3750540" y="564048"/>
                    <a:pt x="3752636" y="556047"/>
                  </a:cubicBezTo>
                  <a:close/>
                  <a:moveTo>
                    <a:pt x="3774848" y="298169"/>
                  </a:moveTo>
                  <a:lnTo>
                    <a:pt x="3760065" y="313534"/>
                  </a:lnTo>
                  <a:cubicBezTo>
                    <a:pt x="3755873" y="316390"/>
                    <a:pt x="3758159" y="330299"/>
                    <a:pt x="3759493" y="338871"/>
                  </a:cubicBezTo>
                  <a:lnTo>
                    <a:pt x="3759500" y="338900"/>
                  </a:lnTo>
                  <a:lnTo>
                    <a:pt x="3769400" y="395640"/>
                  </a:lnTo>
                  <a:lnTo>
                    <a:pt x="3765590" y="367328"/>
                  </a:lnTo>
                  <a:lnTo>
                    <a:pt x="3759500" y="338900"/>
                  </a:lnTo>
                  <a:lnTo>
                    <a:pt x="3759494" y="338870"/>
                  </a:lnTo>
                  <a:cubicBezTo>
                    <a:pt x="3758160" y="330298"/>
                    <a:pt x="3755874" y="316389"/>
                    <a:pt x="3760066" y="313533"/>
                  </a:cubicBezTo>
                  <a:close/>
                  <a:moveTo>
                    <a:pt x="3782393" y="281568"/>
                  </a:moveTo>
                  <a:lnTo>
                    <a:pt x="3777498" y="295415"/>
                  </a:lnTo>
                  <a:lnTo>
                    <a:pt x="3777499" y="295415"/>
                  </a:lnTo>
                  <a:close/>
                  <a:moveTo>
                    <a:pt x="3769073" y="24486"/>
                  </a:moveTo>
                  <a:lnTo>
                    <a:pt x="3766810" y="74129"/>
                  </a:lnTo>
                  <a:cubicBezTo>
                    <a:pt x="3767733" y="91492"/>
                    <a:pt x="3770043" y="108703"/>
                    <a:pt x="3772734" y="125861"/>
                  </a:cubicBezTo>
                  <a:lnTo>
                    <a:pt x="3777129" y="153387"/>
                  </a:lnTo>
                  <a:lnTo>
                    <a:pt x="3785402" y="228944"/>
                  </a:lnTo>
                  <a:lnTo>
                    <a:pt x="3780943" y="177271"/>
                  </a:lnTo>
                  <a:lnTo>
                    <a:pt x="3777129" y="153387"/>
                  </a:lnTo>
                  <a:lnTo>
                    <a:pt x="3776930" y="151569"/>
                  </a:lnTo>
                  <a:cubicBezTo>
                    <a:pt x="3772700" y="125876"/>
                    <a:pt x="3768195" y="100174"/>
                    <a:pt x="3766811" y="74129"/>
                  </a:cubicBezTo>
                  <a:close/>
                  <a:moveTo>
                    <a:pt x="3766492" y="0"/>
                  </a:moveTo>
                  <a:lnTo>
                    <a:pt x="4230600" y="0"/>
                  </a:lnTo>
                  <a:lnTo>
                    <a:pt x="4229473" y="2817"/>
                  </a:lnTo>
                  <a:cubicBezTo>
                    <a:pt x="4221092" y="21486"/>
                    <a:pt x="4218423" y="43012"/>
                    <a:pt x="4215375" y="63587"/>
                  </a:cubicBezTo>
                  <a:cubicBezTo>
                    <a:pt x="4209851" y="101308"/>
                    <a:pt x="4206421" y="139219"/>
                    <a:pt x="4201468" y="176939"/>
                  </a:cubicBezTo>
                  <a:cubicBezTo>
                    <a:pt x="4200325" y="184941"/>
                    <a:pt x="4198231" y="194085"/>
                    <a:pt x="4193466" y="200182"/>
                  </a:cubicBezTo>
                  <a:cubicBezTo>
                    <a:pt x="4161461" y="241901"/>
                    <a:pt x="4152508" y="292579"/>
                    <a:pt x="4155554" y="340774"/>
                  </a:cubicBezTo>
                  <a:cubicBezTo>
                    <a:pt x="4157843" y="378686"/>
                    <a:pt x="4159557" y="415835"/>
                    <a:pt x="4156319" y="453364"/>
                  </a:cubicBezTo>
                  <a:cubicBezTo>
                    <a:pt x="4156127" y="456222"/>
                    <a:pt x="4156509" y="460032"/>
                    <a:pt x="4158033" y="462126"/>
                  </a:cubicBezTo>
                  <a:cubicBezTo>
                    <a:pt x="4168129" y="475081"/>
                    <a:pt x="4168891" y="488607"/>
                    <a:pt x="4170605" y="505182"/>
                  </a:cubicBezTo>
                  <a:cubicBezTo>
                    <a:pt x="4173083" y="528615"/>
                    <a:pt x="4171367" y="550141"/>
                    <a:pt x="4167177" y="571860"/>
                  </a:cubicBezTo>
                  <a:cubicBezTo>
                    <a:pt x="4164129" y="587672"/>
                    <a:pt x="4157843" y="603673"/>
                    <a:pt x="4149840" y="617772"/>
                  </a:cubicBezTo>
                  <a:cubicBezTo>
                    <a:pt x="4138600" y="637392"/>
                    <a:pt x="4134220" y="656255"/>
                    <a:pt x="4149078" y="674923"/>
                  </a:cubicBezTo>
                  <a:cubicBezTo>
                    <a:pt x="4164891" y="695116"/>
                    <a:pt x="4159367" y="717977"/>
                    <a:pt x="4159937" y="740268"/>
                  </a:cubicBezTo>
                  <a:cubicBezTo>
                    <a:pt x="4160129" y="749982"/>
                    <a:pt x="4159747" y="760270"/>
                    <a:pt x="4162223" y="769605"/>
                  </a:cubicBezTo>
                  <a:cubicBezTo>
                    <a:pt x="4169273" y="796655"/>
                    <a:pt x="4179941" y="822756"/>
                    <a:pt x="4184703" y="850189"/>
                  </a:cubicBezTo>
                  <a:cubicBezTo>
                    <a:pt x="4187370" y="865430"/>
                    <a:pt x="4182607" y="882384"/>
                    <a:pt x="4179179" y="898198"/>
                  </a:cubicBezTo>
                  <a:cubicBezTo>
                    <a:pt x="4175559" y="914200"/>
                    <a:pt x="4170035" y="930011"/>
                    <a:pt x="4164319" y="945444"/>
                  </a:cubicBezTo>
                  <a:cubicBezTo>
                    <a:pt x="4160509" y="955920"/>
                    <a:pt x="4156889" y="967350"/>
                    <a:pt x="4150030" y="975733"/>
                  </a:cubicBezTo>
                  <a:cubicBezTo>
                    <a:pt x="4134410" y="994785"/>
                    <a:pt x="4131742" y="1014406"/>
                    <a:pt x="4139934" y="1036887"/>
                  </a:cubicBezTo>
                  <a:cubicBezTo>
                    <a:pt x="4141268" y="1040315"/>
                    <a:pt x="4141268" y="1044315"/>
                    <a:pt x="4141458" y="1048125"/>
                  </a:cubicBezTo>
                  <a:cubicBezTo>
                    <a:pt x="4145458" y="1109091"/>
                    <a:pt x="4147936" y="1170051"/>
                    <a:pt x="4154032" y="1230633"/>
                  </a:cubicBezTo>
                  <a:cubicBezTo>
                    <a:pt x="4156509" y="1255206"/>
                    <a:pt x="4167367" y="1278829"/>
                    <a:pt x="4174225" y="1303024"/>
                  </a:cubicBezTo>
                  <a:cubicBezTo>
                    <a:pt x="4175559" y="1307978"/>
                    <a:pt x="4177655" y="1313504"/>
                    <a:pt x="4176701" y="1318456"/>
                  </a:cubicBezTo>
                  <a:cubicBezTo>
                    <a:pt x="4167177" y="1372368"/>
                    <a:pt x="4181083" y="1422854"/>
                    <a:pt x="4199372" y="1472575"/>
                  </a:cubicBezTo>
                  <a:cubicBezTo>
                    <a:pt x="4201278" y="1477717"/>
                    <a:pt x="4200706" y="1484004"/>
                    <a:pt x="4200325" y="1489720"/>
                  </a:cubicBezTo>
                  <a:cubicBezTo>
                    <a:pt x="4198993" y="1505724"/>
                    <a:pt x="4192324" y="1523059"/>
                    <a:pt x="4196324" y="1537537"/>
                  </a:cubicBezTo>
                  <a:cubicBezTo>
                    <a:pt x="4207374" y="1576019"/>
                    <a:pt x="4220709" y="1614120"/>
                    <a:pt x="4237474" y="1650317"/>
                  </a:cubicBezTo>
                  <a:cubicBezTo>
                    <a:pt x="4254428" y="1687086"/>
                    <a:pt x="4268716" y="1721185"/>
                    <a:pt x="4251572" y="1763287"/>
                  </a:cubicBezTo>
                  <a:cubicBezTo>
                    <a:pt x="4244332" y="1781194"/>
                    <a:pt x="4249476" y="1804816"/>
                    <a:pt x="4251380" y="1825393"/>
                  </a:cubicBezTo>
                  <a:cubicBezTo>
                    <a:pt x="4252904" y="1840441"/>
                    <a:pt x="4261478" y="1854920"/>
                    <a:pt x="4261478" y="1869780"/>
                  </a:cubicBezTo>
                  <a:cubicBezTo>
                    <a:pt x="4261478" y="1909408"/>
                    <a:pt x="4271574" y="1944649"/>
                    <a:pt x="4292149" y="1978940"/>
                  </a:cubicBezTo>
                  <a:cubicBezTo>
                    <a:pt x="4300150" y="1992279"/>
                    <a:pt x="4294815" y="2013043"/>
                    <a:pt x="4296911" y="2030378"/>
                  </a:cubicBezTo>
                  <a:cubicBezTo>
                    <a:pt x="4299388" y="2048668"/>
                    <a:pt x="4301673" y="2067525"/>
                    <a:pt x="4307201" y="2085054"/>
                  </a:cubicBezTo>
                  <a:cubicBezTo>
                    <a:pt x="4321679" y="2130393"/>
                    <a:pt x="4338062" y="2175163"/>
                    <a:pt x="4353302" y="2220312"/>
                  </a:cubicBezTo>
                  <a:cubicBezTo>
                    <a:pt x="4365877" y="2257459"/>
                    <a:pt x="4355970" y="2294039"/>
                    <a:pt x="4350636" y="2330806"/>
                  </a:cubicBezTo>
                  <a:cubicBezTo>
                    <a:pt x="4347205" y="2353859"/>
                    <a:pt x="4339013" y="2375383"/>
                    <a:pt x="4351206" y="2401292"/>
                  </a:cubicBezTo>
                  <a:cubicBezTo>
                    <a:pt x="4362828" y="2426059"/>
                    <a:pt x="4360160" y="2457492"/>
                    <a:pt x="4366446" y="2485307"/>
                  </a:cubicBezTo>
                  <a:cubicBezTo>
                    <a:pt x="4371781" y="2508742"/>
                    <a:pt x="4380354" y="2531409"/>
                    <a:pt x="4388736" y="2554079"/>
                  </a:cubicBezTo>
                  <a:cubicBezTo>
                    <a:pt x="4400168" y="2584942"/>
                    <a:pt x="4412167" y="2615421"/>
                    <a:pt x="4406453" y="2649143"/>
                  </a:cubicBezTo>
                  <a:cubicBezTo>
                    <a:pt x="4399976" y="2687436"/>
                    <a:pt x="4424359" y="2713723"/>
                    <a:pt x="4440554" y="2743826"/>
                  </a:cubicBezTo>
                  <a:cubicBezTo>
                    <a:pt x="4451603" y="2764590"/>
                    <a:pt x="4459795" y="2787259"/>
                    <a:pt x="4466653" y="2809930"/>
                  </a:cubicBezTo>
                  <a:cubicBezTo>
                    <a:pt x="4475607" y="2840219"/>
                    <a:pt x="4480941" y="2871462"/>
                    <a:pt x="4489705" y="2901943"/>
                  </a:cubicBezTo>
                  <a:cubicBezTo>
                    <a:pt x="4502848" y="2948047"/>
                    <a:pt x="4513137" y="2994722"/>
                    <a:pt x="4505897" y="3042728"/>
                  </a:cubicBezTo>
                  <a:cubicBezTo>
                    <a:pt x="4502659" y="3064827"/>
                    <a:pt x="4502848" y="3085403"/>
                    <a:pt x="4507613" y="3107500"/>
                  </a:cubicBezTo>
                  <a:cubicBezTo>
                    <a:pt x="4515422" y="3143695"/>
                    <a:pt x="4516376" y="3180844"/>
                    <a:pt x="4545521" y="3209993"/>
                  </a:cubicBezTo>
                  <a:cubicBezTo>
                    <a:pt x="4555811" y="3220280"/>
                    <a:pt x="4558477" y="3238758"/>
                    <a:pt x="4563811" y="3253809"/>
                  </a:cubicBezTo>
                  <a:cubicBezTo>
                    <a:pt x="4570099" y="3271145"/>
                    <a:pt x="4566858" y="3283908"/>
                    <a:pt x="4548570" y="3293244"/>
                  </a:cubicBezTo>
                  <a:cubicBezTo>
                    <a:pt x="4540379" y="3297434"/>
                    <a:pt x="4532378" y="3309437"/>
                    <a:pt x="4531043" y="3318771"/>
                  </a:cubicBezTo>
                  <a:cubicBezTo>
                    <a:pt x="4527043" y="3346776"/>
                    <a:pt x="4532950" y="3372495"/>
                    <a:pt x="4545904" y="3399546"/>
                  </a:cubicBezTo>
                  <a:cubicBezTo>
                    <a:pt x="4558096" y="3424883"/>
                    <a:pt x="4556762" y="3456508"/>
                    <a:pt x="4561524" y="3485275"/>
                  </a:cubicBezTo>
                  <a:cubicBezTo>
                    <a:pt x="4564954" y="3505657"/>
                    <a:pt x="4572002" y="3526042"/>
                    <a:pt x="4572002" y="3546617"/>
                  </a:cubicBezTo>
                  <a:cubicBezTo>
                    <a:pt x="4572002" y="3572146"/>
                    <a:pt x="4565907" y="3597482"/>
                    <a:pt x="4563620" y="3623201"/>
                  </a:cubicBezTo>
                  <a:cubicBezTo>
                    <a:pt x="4561716" y="3643204"/>
                    <a:pt x="4562478" y="3663589"/>
                    <a:pt x="4560192" y="3683591"/>
                  </a:cubicBezTo>
                  <a:cubicBezTo>
                    <a:pt x="4558477" y="3699976"/>
                    <a:pt x="4554096" y="3716168"/>
                    <a:pt x="4550476" y="3732361"/>
                  </a:cubicBezTo>
                  <a:cubicBezTo>
                    <a:pt x="4549142" y="3738267"/>
                    <a:pt x="4543998" y="3744173"/>
                    <a:pt x="4544759" y="3749506"/>
                  </a:cubicBezTo>
                  <a:cubicBezTo>
                    <a:pt x="4552953" y="3802467"/>
                    <a:pt x="4516376" y="3840569"/>
                    <a:pt x="4500182" y="3885338"/>
                  </a:cubicBezTo>
                  <a:cubicBezTo>
                    <a:pt x="4483035" y="3932394"/>
                    <a:pt x="4456748" y="3977925"/>
                    <a:pt x="4464557" y="4030503"/>
                  </a:cubicBezTo>
                  <a:cubicBezTo>
                    <a:pt x="4469319" y="4062318"/>
                    <a:pt x="4480369" y="4092989"/>
                    <a:pt x="4487039" y="4124614"/>
                  </a:cubicBezTo>
                  <a:cubicBezTo>
                    <a:pt x="4489324" y="4135854"/>
                    <a:pt x="4488943" y="4148427"/>
                    <a:pt x="4486656" y="4159667"/>
                  </a:cubicBezTo>
                  <a:cubicBezTo>
                    <a:pt x="4476177" y="4213961"/>
                    <a:pt x="4474653" y="4267493"/>
                    <a:pt x="4491801" y="4320837"/>
                  </a:cubicBezTo>
                  <a:cubicBezTo>
                    <a:pt x="4494659" y="4329979"/>
                    <a:pt x="4497325" y="4339695"/>
                    <a:pt x="4497325" y="4349222"/>
                  </a:cubicBezTo>
                  <a:cubicBezTo>
                    <a:pt x="4497325" y="4401419"/>
                    <a:pt x="4493324" y="4452665"/>
                    <a:pt x="4474653" y="4502579"/>
                  </a:cubicBezTo>
                  <a:cubicBezTo>
                    <a:pt x="4468368" y="4519343"/>
                    <a:pt x="4472368" y="4539728"/>
                    <a:pt x="4470844" y="4558207"/>
                  </a:cubicBezTo>
                  <a:cubicBezTo>
                    <a:pt x="4469511" y="4575351"/>
                    <a:pt x="4468940" y="4592878"/>
                    <a:pt x="4464557" y="4609452"/>
                  </a:cubicBezTo>
                  <a:cubicBezTo>
                    <a:pt x="4458082" y="4633647"/>
                    <a:pt x="4457320" y="4656126"/>
                    <a:pt x="4463033" y="4681083"/>
                  </a:cubicBezTo>
                  <a:cubicBezTo>
                    <a:pt x="4468368" y="4704895"/>
                    <a:pt x="4465702" y="4730614"/>
                    <a:pt x="4465891" y="4755381"/>
                  </a:cubicBezTo>
                  <a:cubicBezTo>
                    <a:pt x="4466082" y="4783004"/>
                    <a:pt x="4466272" y="4810627"/>
                    <a:pt x="4465319" y="4838250"/>
                  </a:cubicBezTo>
                  <a:cubicBezTo>
                    <a:pt x="4464940" y="4849300"/>
                    <a:pt x="4457320" y="4861873"/>
                    <a:pt x="4460367" y="4871019"/>
                  </a:cubicBezTo>
                  <a:cubicBezTo>
                    <a:pt x="4470653" y="4900546"/>
                    <a:pt x="4458271" y="4930075"/>
                    <a:pt x="4463795" y="4959602"/>
                  </a:cubicBezTo>
                  <a:cubicBezTo>
                    <a:pt x="4466653" y="4974082"/>
                    <a:pt x="4458844" y="4990465"/>
                    <a:pt x="4458082" y="5006086"/>
                  </a:cubicBezTo>
                  <a:cubicBezTo>
                    <a:pt x="4456748" y="5031614"/>
                    <a:pt x="4457320" y="5057141"/>
                    <a:pt x="4456937" y="5082670"/>
                  </a:cubicBezTo>
                  <a:cubicBezTo>
                    <a:pt x="4456748" y="5091052"/>
                    <a:pt x="4455986" y="5099245"/>
                    <a:pt x="4455603" y="5107627"/>
                  </a:cubicBezTo>
                  <a:cubicBezTo>
                    <a:pt x="4455223" y="5115057"/>
                    <a:pt x="4453508" y="5122867"/>
                    <a:pt x="4454840" y="5129916"/>
                  </a:cubicBezTo>
                  <a:cubicBezTo>
                    <a:pt x="4459605" y="5155445"/>
                    <a:pt x="4467415" y="5180591"/>
                    <a:pt x="4470464" y="5206308"/>
                  </a:cubicBezTo>
                  <a:cubicBezTo>
                    <a:pt x="4473130" y="5228597"/>
                    <a:pt x="4469511" y="5251650"/>
                    <a:pt x="4471415" y="5274129"/>
                  </a:cubicBezTo>
                  <a:cubicBezTo>
                    <a:pt x="4474653" y="5313754"/>
                    <a:pt x="4480369" y="5353379"/>
                    <a:pt x="4483990" y="5393005"/>
                  </a:cubicBezTo>
                  <a:cubicBezTo>
                    <a:pt x="4484752" y="5401579"/>
                    <a:pt x="4479988" y="5410531"/>
                    <a:pt x="4479607" y="5419295"/>
                  </a:cubicBezTo>
                  <a:cubicBezTo>
                    <a:pt x="4478656" y="5446728"/>
                    <a:pt x="4478464" y="5474161"/>
                    <a:pt x="4477894" y="5501594"/>
                  </a:cubicBezTo>
                  <a:cubicBezTo>
                    <a:pt x="4477702" y="5517215"/>
                    <a:pt x="4478273" y="5533027"/>
                    <a:pt x="4476560" y="5548460"/>
                  </a:cubicBezTo>
                  <a:cubicBezTo>
                    <a:pt x="4474273" y="5568842"/>
                    <a:pt x="4470844" y="5587321"/>
                    <a:pt x="4485703" y="5606372"/>
                  </a:cubicBezTo>
                  <a:cubicBezTo>
                    <a:pt x="4508755" y="5635711"/>
                    <a:pt x="4499801" y="5673050"/>
                    <a:pt x="4505134" y="5706959"/>
                  </a:cubicBezTo>
                  <a:cubicBezTo>
                    <a:pt x="4506468" y="5715723"/>
                    <a:pt x="4506659" y="5724678"/>
                    <a:pt x="4508183" y="5733440"/>
                  </a:cubicBezTo>
                  <a:cubicBezTo>
                    <a:pt x="4511041" y="5749634"/>
                    <a:pt x="4514279" y="5765635"/>
                    <a:pt x="4517519" y="5781830"/>
                  </a:cubicBezTo>
                  <a:cubicBezTo>
                    <a:pt x="4518089" y="5784686"/>
                    <a:pt x="4518281" y="5787924"/>
                    <a:pt x="4519234" y="5790592"/>
                  </a:cubicBezTo>
                  <a:cubicBezTo>
                    <a:pt x="4527233" y="5815169"/>
                    <a:pt x="4536378" y="5839361"/>
                    <a:pt x="4542855" y="5864318"/>
                  </a:cubicBezTo>
                  <a:cubicBezTo>
                    <a:pt x="4546095" y="5876511"/>
                    <a:pt x="4546476" y="5890037"/>
                    <a:pt x="4544759" y="5902610"/>
                  </a:cubicBezTo>
                  <a:cubicBezTo>
                    <a:pt x="4539808" y="5939377"/>
                    <a:pt x="4537712" y="5975764"/>
                    <a:pt x="4544951" y="6012723"/>
                  </a:cubicBezTo>
                  <a:cubicBezTo>
                    <a:pt x="4547808" y="6027392"/>
                    <a:pt x="4543045" y="6043776"/>
                    <a:pt x="4541332" y="6059397"/>
                  </a:cubicBezTo>
                  <a:cubicBezTo>
                    <a:pt x="4536759" y="6096736"/>
                    <a:pt x="4531805" y="6134075"/>
                    <a:pt x="4527426" y="6171605"/>
                  </a:cubicBezTo>
                  <a:cubicBezTo>
                    <a:pt x="4524758" y="6195037"/>
                    <a:pt x="4523234" y="6218660"/>
                    <a:pt x="4520568" y="6242093"/>
                  </a:cubicBezTo>
                  <a:cubicBezTo>
                    <a:pt x="4517327" y="6269144"/>
                    <a:pt x="4512375" y="6296005"/>
                    <a:pt x="4509706" y="6323058"/>
                  </a:cubicBezTo>
                  <a:cubicBezTo>
                    <a:pt x="4506659" y="6353919"/>
                    <a:pt x="4506089" y="6384972"/>
                    <a:pt x="4502848" y="6415833"/>
                  </a:cubicBezTo>
                  <a:cubicBezTo>
                    <a:pt x="4496563" y="6472225"/>
                    <a:pt x="4489132" y="6528424"/>
                    <a:pt x="4482084" y="6584812"/>
                  </a:cubicBezTo>
                  <a:cubicBezTo>
                    <a:pt x="4475226" y="6639488"/>
                    <a:pt x="4469129" y="6694164"/>
                    <a:pt x="4460557" y="6748458"/>
                  </a:cubicBezTo>
                  <a:cubicBezTo>
                    <a:pt x="4456937" y="6771319"/>
                    <a:pt x="4447030" y="6793035"/>
                    <a:pt x="4441507" y="6815516"/>
                  </a:cubicBezTo>
                  <a:lnTo>
                    <a:pt x="4431806" y="6858001"/>
                  </a:lnTo>
                  <a:lnTo>
                    <a:pt x="4259554" y="6858001"/>
                  </a:lnTo>
                  <a:lnTo>
                    <a:pt x="4259554" y="6858002"/>
                  </a:lnTo>
                  <a:lnTo>
                    <a:pt x="0" y="6858002"/>
                  </a:lnTo>
                  <a:lnTo>
                    <a:pt x="0" y="2"/>
                  </a:lnTo>
                  <a:lnTo>
                    <a:pt x="3766492" y="1"/>
                  </a:lnTo>
                  <a:lnTo>
                    <a:pt x="3769210" y="21486"/>
                  </a:lnTo>
                  <a:close/>
                </a:path>
              </a:pathLst>
            </a:custGeom>
            <a:solidFill>
              <a:schemeClr val="tx1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874AF3D-A555-C5AD-4A45-263771A668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697284" y="-1"/>
              <a:ext cx="884241" cy="6858002"/>
              <a:chOff x="3697284" y="-1"/>
              <a:chExt cx="884241" cy="6858002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D42549F7-C657-2040-7B74-48D6005AED5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-1"/>
                <a:ext cx="884241" cy="6858001"/>
                <a:chOff x="3697284" y="-1"/>
                <a:chExt cx="884241" cy="6858001"/>
              </a:xfrm>
              <a:solidFill>
                <a:srgbClr val="FFFFFF"/>
              </a:solidFill>
              <a:effectLst/>
            </p:grpSpPr>
            <p:sp>
              <p:nvSpPr>
                <p:cNvPr id="17" name="Freeform: Shape 16">
                  <a:extLst>
                    <a:ext uri="{FF2B5EF4-FFF2-40B4-BE49-F238E27FC236}">
                      <a16:creationId xmlns:a16="http://schemas.microsoft.com/office/drawing/2014/main" id="{5E1E675C-A8BF-9B9A-5F3D-C105FA3159B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D859C16B-6365-5E6E-D7B9-1852C4B774E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17025539-2A06-96F6-D7A6-EA255CC33EA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0"/>
                <a:ext cx="884241" cy="6858001"/>
                <a:chOff x="3697284" y="-1"/>
                <a:chExt cx="884241" cy="6858001"/>
              </a:xfrm>
              <a:blipFill>
                <a:blip r:embed="rId3">
                  <a:alphaModFix amt="57000"/>
                </a:blip>
                <a:tile tx="0" ty="0" sx="100000" sy="100000" flip="none" algn="tl"/>
              </a:blipFill>
              <a:effectLst/>
            </p:grpSpPr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4460F93E-9AA0-4713-723F-FF8F76877CB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Freeform: Shape 15">
                  <a:extLst>
                    <a:ext uri="{FF2B5EF4-FFF2-40B4-BE49-F238E27FC236}">
                      <a16:creationId xmlns:a16="http://schemas.microsoft.com/office/drawing/2014/main" id="{C86952E0-F0D7-26C6-C66A-92312B8F751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</p:grp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DB4EBD7-DF64-F491-0E9B-BE7CC1A7E6B6}"/>
              </a:ext>
            </a:extLst>
          </p:cNvPr>
          <p:cNvSpPr txBox="1"/>
          <p:nvPr/>
        </p:nvSpPr>
        <p:spPr>
          <a:xfrm>
            <a:off x="249631" y="152400"/>
            <a:ext cx="25697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Aptos ExtraBold" panose="020B0004020202020204" pitchFamily="34" charset="0"/>
              </a:rPr>
              <a:t>Supermarket Sales Dashboard Overview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474FE6-AB63-1A99-257C-33FF35249DBA}"/>
              </a:ext>
            </a:extLst>
          </p:cNvPr>
          <p:cNvSpPr txBox="1"/>
          <p:nvPr/>
        </p:nvSpPr>
        <p:spPr>
          <a:xfrm>
            <a:off x="197001" y="1217990"/>
            <a:ext cx="2675028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⭐ </a:t>
            </a:r>
            <a:r>
              <a:rPr lang="en-US" b="1" dirty="0">
                <a:solidFill>
                  <a:schemeClr val="bg1"/>
                </a:solidFill>
              </a:rPr>
              <a:t>Top KPIs at a glance: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-Total Sales: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  <a:highlight>
                  <a:srgbClr val="808000"/>
                </a:highlight>
              </a:rPr>
              <a:t>322.97K</a:t>
            </a:r>
          </a:p>
          <a:p>
            <a:r>
              <a:rPr lang="en-US" b="1" dirty="0">
                <a:solidFill>
                  <a:schemeClr val="bg1"/>
                </a:solidFill>
              </a:rPr>
              <a:t>-Gross Income: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  <a:highlight>
                  <a:srgbClr val="808000"/>
                </a:highlight>
              </a:rPr>
              <a:t>15.38K</a:t>
            </a:r>
          </a:p>
          <a:p>
            <a:r>
              <a:rPr lang="en-US" b="1" dirty="0">
                <a:solidFill>
                  <a:schemeClr val="bg1"/>
                </a:solidFill>
              </a:rPr>
              <a:t>-Total Quantity Sold: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  <a:highlight>
                  <a:srgbClr val="808000"/>
                </a:highlight>
              </a:rPr>
              <a:t>6K</a:t>
            </a:r>
          </a:p>
          <a:p>
            <a:r>
              <a:rPr lang="en-US" b="1" dirty="0">
                <a:solidFill>
                  <a:schemeClr val="bg1"/>
                </a:solidFill>
              </a:rPr>
              <a:t>-Total Invoices: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  <a:highlight>
                  <a:srgbClr val="808000"/>
                </a:highlight>
              </a:rPr>
              <a:t>1K</a:t>
            </a:r>
          </a:p>
          <a:p>
            <a:r>
              <a:rPr lang="en-US" b="1" dirty="0">
                <a:solidFill>
                  <a:schemeClr val="bg1"/>
                </a:solidFill>
              </a:rPr>
              <a:t>-Average Rating: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  <a:highlight>
                  <a:srgbClr val="808000"/>
                </a:highlight>
              </a:rPr>
              <a:t>6.97</a:t>
            </a:r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3F23BB-447A-DEC7-0918-C33566028800}"/>
              </a:ext>
            </a:extLst>
          </p:cNvPr>
          <p:cNvSpPr txBox="1"/>
          <p:nvPr/>
        </p:nvSpPr>
        <p:spPr>
          <a:xfrm>
            <a:off x="249631" y="3249315"/>
            <a:ext cx="267502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dashboard effectively visualizes the supermarket’s sales data, allowing easy interpretation of complex information. It supports </a:t>
            </a:r>
            <a:r>
              <a:rPr lang="en-US" b="1" dirty="0">
                <a:solidFill>
                  <a:schemeClr val="bg1"/>
                </a:solidFill>
              </a:rPr>
              <a:t>data-driven decision-making</a:t>
            </a:r>
            <a:r>
              <a:rPr lang="en-US" dirty="0">
                <a:solidFill>
                  <a:schemeClr val="bg1"/>
                </a:solidFill>
              </a:rPr>
              <a:t> in sales planning, inventory management, customer experience, and market strategy.</a:t>
            </a:r>
          </a:p>
        </p:txBody>
      </p:sp>
    </p:spTree>
    <p:extLst>
      <p:ext uri="{BB962C8B-B14F-4D97-AF65-F5344CB8AC3E}">
        <p14:creationId xmlns:p14="http://schemas.microsoft.com/office/powerpoint/2010/main" val="9412129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5">
                <a:lumMod val="40000"/>
                <a:lumOff val="60000"/>
              </a:schemeClr>
            </a:gs>
            <a:gs pos="46000">
              <a:schemeClr val="accent5">
                <a:lumMod val="95000"/>
                <a:lumOff val="5000"/>
              </a:schemeClr>
            </a:gs>
            <a:gs pos="100000">
              <a:schemeClr val="accent5">
                <a:lumMod val="60000"/>
              </a:schemeClr>
            </a:gs>
          </a:gsLst>
          <a:path path="circle">
            <a:fillToRect l="50000" t="130000" r="50000" b="-3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DDB80C-B726-47A5-EFCE-E2E67DBC5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BBC9E15-BB5F-BFEB-5EDC-820D9AD40134}"/>
              </a:ext>
            </a:extLst>
          </p:cNvPr>
          <p:cNvSpPr/>
          <p:nvPr/>
        </p:nvSpPr>
        <p:spPr>
          <a:xfrm>
            <a:off x="4076700" y="-1"/>
            <a:ext cx="4977376" cy="6857990"/>
          </a:xfrm>
          <a:custGeom>
            <a:avLst/>
            <a:gdLst>
              <a:gd name="csX0" fmla="*/ 0 w 4977376"/>
              <a:gd name="csY0" fmla="*/ 0 h 6857990"/>
              <a:gd name="csX1" fmla="*/ 4163298 w 4977376"/>
              <a:gd name="csY1" fmla="*/ 0 h 6857990"/>
              <a:gd name="csX2" fmla="*/ 4163616 w 4977376"/>
              <a:gd name="csY2" fmla="*/ 21432 h 6857990"/>
              <a:gd name="csX3" fmla="*/ 4286250 w 4977376"/>
              <a:gd name="csY3" fmla="*/ 685801 h 6857990"/>
              <a:gd name="csX4" fmla="*/ 4972050 w 4977376"/>
              <a:gd name="csY4" fmla="*/ 2038351 h 6857990"/>
              <a:gd name="csX5" fmla="*/ 3867150 w 4977376"/>
              <a:gd name="csY5" fmla="*/ 3943351 h 6857990"/>
              <a:gd name="csX6" fmla="*/ 4495800 w 4977376"/>
              <a:gd name="csY6" fmla="*/ 6248401 h 6857990"/>
              <a:gd name="csX7" fmla="*/ 4462463 w 4977376"/>
              <a:gd name="csY7" fmla="*/ 6704262 h 6857990"/>
              <a:gd name="csX8" fmla="*/ 4414991 w 4977376"/>
              <a:gd name="csY8" fmla="*/ 6857990 h 6857990"/>
              <a:gd name="csX9" fmla="*/ 0 w 4977376"/>
              <a:gd name="csY9" fmla="*/ 6857990 h 6857990"/>
              <a:gd name="csX10" fmla="*/ 0 w 4977376"/>
              <a:gd name="csY10" fmla="*/ 0 h 68579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977376" h="6857990">
                <a:moveTo>
                  <a:pt x="0" y="0"/>
                </a:moveTo>
                <a:lnTo>
                  <a:pt x="4163298" y="0"/>
                </a:lnTo>
                <a:lnTo>
                  <a:pt x="4163616" y="21432"/>
                </a:lnTo>
                <a:cubicBezTo>
                  <a:pt x="4176713" y="234951"/>
                  <a:pt x="4227513" y="476251"/>
                  <a:pt x="4286250" y="685801"/>
                </a:cubicBezTo>
                <a:cubicBezTo>
                  <a:pt x="4403725" y="1104901"/>
                  <a:pt x="5041900" y="1495426"/>
                  <a:pt x="4972050" y="2038351"/>
                </a:cubicBezTo>
                <a:cubicBezTo>
                  <a:pt x="4902200" y="2581276"/>
                  <a:pt x="3946525" y="3241676"/>
                  <a:pt x="3867150" y="3943351"/>
                </a:cubicBezTo>
                <a:cubicBezTo>
                  <a:pt x="3787775" y="4645026"/>
                  <a:pt x="4394200" y="5616576"/>
                  <a:pt x="4495800" y="6248401"/>
                </a:cubicBezTo>
                <a:cubicBezTo>
                  <a:pt x="4521200" y="6406357"/>
                  <a:pt x="4500166" y="6559154"/>
                  <a:pt x="4462463" y="6704262"/>
                </a:cubicBezTo>
                <a:lnTo>
                  <a:pt x="4414991" y="6857990"/>
                </a:lnTo>
                <a:lnTo>
                  <a:pt x="0" y="685799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04D2BEA-1B1E-F338-C9EA-CA018EF37A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49" r="13593"/>
          <a:stretch>
            <a:fillRect/>
          </a:stretch>
        </p:blipFill>
        <p:spPr>
          <a:xfrm>
            <a:off x="-8832421" y="-1"/>
            <a:ext cx="8309429" cy="685799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B92AC9D0-E020-3295-2329-323C01F4D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-1"/>
            <a:ext cx="4581527" cy="6858002"/>
            <a:chOff x="-2" y="-1"/>
            <a:chExt cx="4581527" cy="6858002"/>
          </a:xfrm>
          <a:effectLst>
            <a:outerShdw blurRad="381000" dist="50800" algn="ctr" rotWithShape="0">
              <a:srgbClr val="000000">
                <a:alpha val="10000"/>
              </a:srgbClr>
            </a:outerShdw>
          </a:effectLst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D0A2875E-2FB8-4658-F4DC-98A176CB5E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2" y="-1"/>
              <a:ext cx="4572002" cy="6858002"/>
            </a:xfrm>
            <a:custGeom>
              <a:avLst/>
              <a:gdLst>
                <a:gd name="connsiteX0" fmla="*/ 4214994 w 4572002"/>
                <a:gd name="connsiteY0" fmla="*/ 6564620 h 6858002"/>
                <a:gd name="connsiteX1" fmla="*/ 4214994 w 4572002"/>
                <a:gd name="connsiteY1" fmla="*/ 6564621 h 6858002"/>
                <a:gd name="connsiteX2" fmla="*/ 4237474 w 4572002"/>
                <a:gd name="connsiteY2" fmla="*/ 6588626 h 6858002"/>
                <a:gd name="connsiteX3" fmla="*/ 4254096 w 4572002"/>
                <a:gd name="connsiteY3" fmla="*/ 6625225 h 6858002"/>
                <a:gd name="connsiteX4" fmla="*/ 4247001 w 4572002"/>
                <a:gd name="connsiteY4" fmla="*/ 6662540 h 6858002"/>
                <a:gd name="connsiteX5" fmla="*/ 4247000 w 4572002"/>
                <a:gd name="connsiteY5" fmla="*/ 6662541 h 6858002"/>
                <a:gd name="connsiteX6" fmla="*/ 4246999 w 4572002"/>
                <a:gd name="connsiteY6" fmla="*/ 6662544 h 6858002"/>
                <a:gd name="connsiteX7" fmla="*/ 4235550 w 4572002"/>
                <a:gd name="connsiteY7" fmla="*/ 6683027 h 6858002"/>
                <a:gd name="connsiteX8" fmla="*/ 4232403 w 4572002"/>
                <a:gd name="connsiteY8" fmla="*/ 6702976 h 6858002"/>
                <a:gd name="connsiteX9" fmla="*/ 4232403 w 4572002"/>
                <a:gd name="connsiteY9" fmla="*/ 6702977 h 6858002"/>
                <a:gd name="connsiteX10" fmla="*/ 4246238 w 4572002"/>
                <a:gd name="connsiteY10" fmla="*/ 6742553 h 6858002"/>
                <a:gd name="connsiteX11" fmla="*/ 4246239 w 4572002"/>
                <a:gd name="connsiteY11" fmla="*/ 6742555 h 6858002"/>
                <a:gd name="connsiteX12" fmla="*/ 4265716 w 4572002"/>
                <a:gd name="connsiteY12" fmla="*/ 6812062 h 6858002"/>
                <a:gd name="connsiteX13" fmla="*/ 4265717 w 4572002"/>
                <a:gd name="connsiteY13" fmla="*/ 6812064 h 6858002"/>
                <a:gd name="connsiteX14" fmla="*/ 4265717 w 4572002"/>
                <a:gd name="connsiteY14" fmla="*/ 6812063 h 6858002"/>
                <a:gd name="connsiteX15" fmla="*/ 4265716 w 4572002"/>
                <a:gd name="connsiteY15" fmla="*/ 6812062 h 6858002"/>
                <a:gd name="connsiteX16" fmla="*/ 4260942 w 4572002"/>
                <a:gd name="connsiteY16" fmla="*/ 6776800 h 6858002"/>
                <a:gd name="connsiteX17" fmla="*/ 4246239 w 4572002"/>
                <a:gd name="connsiteY17" fmla="*/ 6742555 h 6858002"/>
                <a:gd name="connsiteX18" fmla="*/ 4246238 w 4572002"/>
                <a:gd name="connsiteY18" fmla="*/ 6742552 h 6858002"/>
                <a:gd name="connsiteX19" fmla="*/ 4232403 w 4572002"/>
                <a:gd name="connsiteY19" fmla="*/ 6702976 h 6858002"/>
                <a:gd name="connsiteX20" fmla="*/ 4246999 w 4572002"/>
                <a:gd name="connsiteY20" fmla="*/ 6662544 h 6858002"/>
                <a:gd name="connsiteX21" fmla="*/ 4247000 w 4572002"/>
                <a:gd name="connsiteY21" fmla="*/ 6662542 h 6858002"/>
                <a:gd name="connsiteX22" fmla="*/ 4247001 w 4572002"/>
                <a:gd name="connsiteY22" fmla="*/ 6662540 h 6858002"/>
                <a:gd name="connsiteX23" fmla="*/ 4254084 w 4572002"/>
                <a:gd name="connsiteY23" fmla="*/ 6645552 h 6858002"/>
                <a:gd name="connsiteX24" fmla="*/ 4254096 w 4572002"/>
                <a:gd name="connsiteY24" fmla="*/ 6625225 h 6858002"/>
                <a:gd name="connsiteX25" fmla="*/ 4254096 w 4572002"/>
                <a:gd name="connsiteY25" fmla="*/ 6625224 h 6858002"/>
                <a:gd name="connsiteX26" fmla="*/ 4237474 w 4572002"/>
                <a:gd name="connsiteY26" fmla="*/ 6588625 h 6858002"/>
                <a:gd name="connsiteX27" fmla="*/ 4295315 w 4572002"/>
                <a:gd name="connsiteY27" fmla="*/ 6438981 h 6858002"/>
                <a:gd name="connsiteX28" fmla="*/ 4275385 w 4572002"/>
                <a:gd name="connsiteY28" fmla="*/ 6463840 h 6858002"/>
                <a:gd name="connsiteX29" fmla="*/ 4275382 w 4572002"/>
                <a:gd name="connsiteY29" fmla="*/ 6463849 h 6858002"/>
                <a:gd name="connsiteX30" fmla="*/ 4261587 w 4572002"/>
                <a:gd name="connsiteY30" fmla="*/ 6513012 h 6858002"/>
                <a:gd name="connsiteX31" fmla="*/ 4242781 w 4572002"/>
                <a:gd name="connsiteY31" fmla="*/ 6546194 h 6858002"/>
                <a:gd name="connsiteX32" fmla="*/ 4242781 w 4572002"/>
                <a:gd name="connsiteY32" fmla="*/ 6546195 h 6858002"/>
                <a:gd name="connsiteX33" fmla="*/ 4259120 w 4572002"/>
                <a:gd name="connsiteY33" fmla="*/ 6521804 h 6858002"/>
                <a:gd name="connsiteX34" fmla="*/ 4261587 w 4572002"/>
                <a:gd name="connsiteY34" fmla="*/ 6513012 h 6858002"/>
                <a:gd name="connsiteX35" fmla="*/ 4264398 w 4572002"/>
                <a:gd name="connsiteY35" fmla="*/ 6508052 h 6858002"/>
                <a:gd name="connsiteX36" fmla="*/ 4275382 w 4572002"/>
                <a:gd name="connsiteY36" fmla="*/ 6463849 h 6858002"/>
                <a:gd name="connsiteX37" fmla="*/ 4275385 w 4572002"/>
                <a:gd name="connsiteY37" fmla="*/ 6463841 h 6858002"/>
                <a:gd name="connsiteX38" fmla="*/ 4295315 w 4572002"/>
                <a:gd name="connsiteY38" fmla="*/ 6438981 h 6858002"/>
                <a:gd name="connsiteX39" fmla="*/ 4381289 w 4572002"/>
                <a:gd name="connsiteY39" fmla="*/ 6365204 h 6858002"/>
                <a:gd name="connsiteX40" fmla="*/ 4380008 w 4572002"/>
                <a:gd name="connsiteY40" fmla="*/ 6387910 h 6858002"/>
                <a:gd name="connsiteX41" fmla="*/ 4378243 w 4572002"/>
                <a:gd name="connsiteY41" fmla="*/ 6391549 h 6858002"/>
                <a:gd name="connsiteX42" fmla="*/ 4370589 w 4572002"/>
                <a:gd name="connsiteY42" fmla="*/ 6407332 h 6858002"/>
                <a:gd name="connsiteX43" fmla="*/ 4370589 w 4572002"/>
                <a:gd name="connsiteY43" fmla="*/ 6407333 h 6858002"/>
                <a:gd name="connsiteX44" fmla="*/ 4378243 w 4572002"/>
                <a:gd name="connsiteY44" fmla="*/ 6391549 h 6858002"/>
                <a:gd name="connsiteX45" fmla="*/ 4380008 w 4572002"/>
                <a:gd name="connsiteY45" fmla="*/ 6387910 h 6858002"/>
                <a:gd name="connsiteX46" fmla="*/ 4142220 w 4572002"/>
                <a:gd name="connsiteY46" fmla="*/ 4221391 h 6858002"/>
                <a:gd name="connsiteX47" fmla="*/ 4142220 w 4572002"/>
                <a:gd name="connsiteY47" fmla="*/ 4221392 h 6858002"/>
                <a:gd name="connsiteX48" fmla="*/ 4147936 w 4572002"/>
                <a:gd name="connsiteY48" fmla="*/ 4253015 h 6858002"/>
                <a:gd name="connsiteX49" fmla="*/ 4187752 w 4572002"/>
                <a:gd name="connsiteY49" fmla="*/ 4324646 h 6858002"/>
                <a:gd name="connsiteX50" fmla="*/ 4196706 w 4572002"/>
                <a:gd name="connsiteY50" fmla="*/ 4363891 h 6858002"/>
                <a:gd name="connsiteX51" fmla="*/ 4195944 w 4572002"/>
                <a:gd name="connsiteY51" fmla="*/ 4482004 h 6858002"/>
                <a:gd name="connsiteX52" fmla="*/ 4135934 w 4572002"/>
                <a:gd name="connsiteY52" fmla="*/ 4659174 h 6858002"/>
                <a:gd name="connsiteX53" fmla="*/ 4127932 w 4572002"/>
                <a:gd name="connsiteY53" fmla="*/ 4677655 h 6858002"/>
                <a:gd name="connsiteX54" fmla="*/ 4118025 w 4572002"/>
                <a:gd name="connsiteY54" fmla="*/ 4767764 h 6858002"/>
                <a:gd name="connsiteX55" fmla="*/ 4116716 w 4572002"/>
                <a:gd name="connsiteY55" fmla="*/ 4800483 h 6858002"/>
                <a:gd name="connsiteX56" fmla="*/ 4116716 w 4572002"/>
                <a:gd name="connsiteY56" fmla="*/ 4800484 h 6858002"/>
                <a:gd name="connsiteX57" fmla="*/ 4131552 w 4572002"/>
                <a:gd name="connsiteY57" fmla="*/ 4828917 h 6858002"/>
                <a:gd name="connsiteX58" fmla="*/ 4153733 w 4572002"/>
                <a:gd name="connsiteY58" fmla="*/ 4863343 h 6858002"/>
                <a:gd name="connsiteX59" fmla="*/ 4161262 w 4572002"/>
                <a:gd name="connsiteY59" fmla="*/ 4889275 h 6858002"/>
                <a:gd name="connsiteX60" fmla="*/ 4159557 w 4572002"/>
                <a:gd name="connsiteY60" fmla="*/ 4912168 h 6858002"/>
                <a:gd name="connsiteX61" fmla="*/ 4158155 w 4572002"/>
                <a:gd name="connsiteY61" fmla="*/ 4933804 h 6858002"/>
                <a:gd name="connsiteX62" fmla="*/ 4158155 w 4572002"/>
                <a:gd name="connsiteY62" fmla="*/ 4933805 h 6858002"/>
                <a:gd name="connsiteX63" fmla="*/ 4162914 w 4572002"/>
                <a:gd name="connsiteY63" fmla="*/ 4952673 h 6858002"/>
                <a:gd name="connsiteX64" fmla="*/ 4165707 w 4572002"/>
                <a:gd name="connsiteY64" fmla="*/ 4957454 h 6858002"/>
                <a:gd name="connsiteX65" fmla="*/ 4166985 w 4572002"/>
                <a:gd name="connsiteY65" fmla="*/ 4961456 h 6858002"/>
                <a:gd name="connsiteX66" fmla="*/ 4182989 w 4572002"/>
                <a:gd name="connsiteY66" fmla="*/ 4987038 h 6858002"/>
                <a:gd name="connsiteX67" fmla="*/ 4209468 w 4572002"/>
                <a:gd name="connsiteY67" fmla="*/ 5041522 h 6858002"/>
                <a:gd name="connsiteX68" fmla="*/ 4216684 w 4572002"/>
                <a:gd name="connsiteY68" fmla="*/ 5072376 h 6858002"/>
                <a:gd name="connsiteX69" fmla="*/ 4222587 w 4572002"/>
                <a:gd name="connsiteY69" fmla="*/ 5087441 h 6858002"/>
                <a:gd name="connsiteX70" fmla="*/ 4235615 w 4572002"/>
                <a:gd name="connsiteY70" fmla="*/ 5133220 h 6858002"/>
                <a:gd name="connsiteX71" fmla="*/ 4235616 w 4572002"/>
                <a:gd name="connsiteY71" fmla="*/ 5133225 h 6858002"/>
                <a:gd name="connsiteX72" fmla="*/ 4228901 w 4572002"/>
                <a:gd name="connsiteY72" fmla="*/ 5166113 h 6858002"/>
                <a:gd name="connsiteX73" fmla="*/ 4228901 w 4572002"/>
                <a:gd name="connsiteY73" fmla="*/ 5166114 h 6858002"/>
                <a:gd name="connsiteX74" fmla="*/ 4229593 w 4572002"/>
                <a:gd name="connsiteY74" fmla="*/ 5172091 h 6858002"/>
                <a:gd name="connsiteX75" fmla="*/ 4232139 w 4572002"/>
                <a:gd name="connsiteY75" fmla="*/ 5179068 h 6858002"/>
                <a:gd name="connsiteX76" fmla="*/ 4231973 w 4572002"/>
                <a:gd name="connsiteY76" fmla="*/ 5229434 h 6858002"/>
                <a:gd name="connsiteX77" fmla="*/ 4225669 w 4572002"/>
                <a:gd name="connsiteY77" fmla="*/ 5241089 h 6858002"/>
                <a:gd name="connsiteX78" fmla="*/ 4208517 w 4572002"/>
                <a:gd name="connsiteY78" fmla="*/ 5272796 h 6858002"/>
                <a:gd name="connsiteX79" fmla="*/ 4184613 w 4572002"/>
                <a:gd name="connsiteY79" fmla="*/ 5312288 h 6858002"/>
                <a:gd name="connsiteX80" fmla="*/ 4183557 w 4572002"/>
                <a:gd name="connsiteY80" fmla="*/ 5321350 h 6858002"/>
                <a:gd name="connsiteX81" fmla="*/ 4181083 w 4572002"/>
                <a:gd name="connsiteY81" fmla="*/ 5326163 h 6858002"/>
                <a:gd name="connsiteX82" fmla="*/ 4179637 w 4572002"/>
                <a:gd name="connsiteY82" fmla="*/ 5355014 h 6858002"/>
                <a:gd name="connsiteX83" fmla="*/ 4179637 w 4572002"/>
                <a:gd name="connsiteY83" fmla="*/ 5355015 h 6858002"/>
                <a:gd name="connsiteX84" fmla="*/ 4184513 w 4572002"/>
                <a:gd name="connsiteY84" fmla="*/ 5385385 h 6858002"/>
                <a:gd name="connsiteX85" fmla="*/ 4192704 w 4572002"/>
                <a:gd name="connsiteY85" fmla="*/ 5425583 h 6858002"/>
                <a:gd name="connsiteX86" fmla="*/ 4204327 w 4572002"/>
                <a:gd name="connsiteY86" fmla="*/ 5480638 h 6858002"/>
                <a:gd name="connsiteX87" fmla="*/ 4208850 w 4572002"/>
                <a:gd name="connsiteY87" fmla="*/ 5507668 h 6858002"/>
                <a:gd name="connsiteX88" fmla="*/ 4198232 w 4572002"/>
                <a:gd name="connsiteY88" fmla="*/ 5531692 h 6858002"/>
                <a:gd name="connsiteX89" fmla="*/ 4198231 w 4572002"/>
                <a:gd name="connsiteY89" fmla="*/ 5531693 h 6858002"/>
                <a:gd name="connsiteX90" fmla="*/ 4188085 w 4572002"/>
                <a:gd name="connsiteY90" fmla="*/ 5547578 h 6858002"/>
                <a:gd name="connsiteX91" fmla="*/ 4188085 w 4572002"/>
                <a:gd name="connsiteY91" fmla="*/ 5547579 h 6858002"/>
                <a:gd name="connsiteX92" fmla="*/ 4197659 w 4572002"/>
                <a:gd name="connsiteY92" fmla="*/ 5562747 h 6858002"/>
                <a:gd name="connsiteX93" fmla="*/ 4268907 w 4572002"/>
                <a:gd name="connsiteY93" fmla="*/ 5704484 h 6858002"/>
                <a:gd name="connsiteX94" fmla="*/ 4274812 w 4572002"/>
                <a:gd name="connsiteY94" fmla="*/ 5740489 h 6858002"/>
                <a:gd name="connsiteX95" fmla="*/ 4283578 w 4572002"/>
                <a:gd name="connsiteY95" fmla="*/ 5760874 h 6858002"/>
                <a:gd name="connsiteX96" fmla="*/ 4371973 w 4572002"/>
                <a:gd name="connsiteY96" fmla="*/ 5883752 h 6858002"/>
                <a:gd name="connsiteX97" fmla="*/ 4371974 w 4572002"/>
                <a:gd name="connsiteY97" fmla="*/ 5883757 h 6858002"/>
                <a:gd name="connsiteX98" fmla="*/ 4389877 w 4572002"/>
                <a:gd name="connsiteY98" fmla="*/ 5935946 h 6858002"/>
                <a:gd name="connsiteX99" fmla="*/ 4389878 w 4572002"/>
                <a:gd name="connsiteY99" fmla="*/ 5935950 h 6858002"/>
                <a:gd name="connsiteX100" fmla="*/ 4386259 w 4572002"/>
                <a:gd name="connsiteY100" fmla="*/ 5993290 h 6858002"/>
                <a:gd name="connsiteX101" fmla="*/ 4386259 w 4572002"/>
                <a:gd name="connsiteY101" fmla="*/ 5993291 h 6858002"/>
                <a:gd name="connsiteX102" fmla="*/ 4379782 w 4572002"/>
                <a:gd name="connsiteY102" fmla="*/ 6026440 h 6858002"/>
                <a:gd name="connsiteX103" fmla="*/ 4323583 w 4572002"/>
                <a:gd name="connsiteY103" fmla="*/ 6108738 h 6858002"/>
                <a:gd name="connsiteX104" fmla="*/ 4309890 w 4572002"/>
                <a:gd name="connsiteY104" fmla="*/ 6133314 h 6858002"/>
                <a:gd name="connsiteX105" fmla="*/ 4309890 w 4572002"/>
                <a:gd name="connsiteY105" fmla="*/ 6133315 h 6858002"/>
                <a:gd name="connsiteX106" fmla="*/ 4313591 w 4572002"/>
                <a:gd name="connsiteY106" fmla="*/ 6143190 h 6858002"/>
                <a:gd name="connsiteX107" fmla="*/ 4325486 w 4572002"/>
                <a:gd name="connsiteY107" fmla="*/ 6155600 h 6858002"/>
                <a:gd name="connsiteX108" fmla="*/ 4325488 w 4572002"/>
                <a:gd name="connsiteY108" fmla="*/ 6155603 h 6858002"/>
                <a:gd name="connsiteX109" fmla="*/ 4364160 w 4572002"/>
                <a:gd name="connsiteY109" fmla="*/ 6228757 h 6858002"/>
                <a:gd name="connsiteX110" fmla="*/ 4381497 w 4572002"/>
                <a:gd name="connsiteY110" fmla="*/ 6361540 h 6858002"/>
                <a:gd name="connsiteX111" fmla="*/ 4381497 w 4572002"/>
                <a:gd name="connsiteY111" fmla="*/ 6361539 h 6858002"/>
                <a:gd name="connsiteX112" fmla="*/ 4364160 w 4572002"/>
                <a:gd name="connsiteY112" fmla="*/ 6228756 h 6858002"/>
                <a:gd name="connsiteX113" fmla="*/ 4325488 w 4572002"/>
                <a:gd name="connsiteY113" fmla="*/ 6155602 h 6858002"/>
                <a:gd name="connsiteX114" fmla="*/ 4325486 w 4572002"/>
                <a:gd name="connsiteY114" fmla="*/ 6155600 h 6858002"/>
                <a:gd name="connsiteX115" fmla="*/ 4309890 w 4572002"/>
                <a:gd name="connsiteY115" fmla="*/ 6133315 h 6858002"/>
                <a:gd name="connsiteX116" fmla="*/ 4323583 w 4572002"/>
                <a:gd name="connsiteY116" fmla="*/ 6108739 h 6858002"/>
                <a:gd name="connsiteX117" fmla="*/ 4379782 w 4572002"/>
                <a:gd name="connsiteY117" fmla="*/ 6026441 h 6858002"/>
                <a:gd name="connsiteX118" fmla="*/ 4386259 w 4572002"/>
                <a:gd name="connsiteY118" fmla="*/ 5993292 h 6858002"/>
                <a:gd name="connsiteX119" fmla="*/ 4386259 w 4572002"/>
                <a:gd name="connsiteY119" fmla="*/ 5993290 h 6858002"/>
                <a:gd name="connsiteX120" fmla="*/ 4389712 w 4572002"/>
                <a:gd name="connsiteY120" fmla="*/ 5964477 h 6858002"/>
                <a:gd name="connsiteX121" fmla="*/ 4389878 w 4572002"/>
                <a:gd name="connsiteY121" fmla="*/ 5935950 h 6858002"/>
                <a:gd name="connsiteX122" fmla="*/ 4389878 w 4572002"/>
                <a:gd name="connsiteY122" fmla="*/ 5935949 h 6858002"/>
                <a:gd name="connsiteX123" fmla="*/ 4389877 w 4572002"/>
                <a:gd name="connsiteY123" fmla="*/ 5935946 h 6858002"/>
                <a:gd name="connsiteX124" fmla="*/ 4382997 w 4572002"/>
                <a:gd name="connsiteY124" fmla="*/ 5909351 h 6858002"/>
                <a:gd name="connsiteX125" fmla="*/ 4371974 w 4572002"/>
                <a:gd name="connsiteY125" fmla="*/ 5883757 h 6858002"/>
                <a:gd name="connsiteX126" fmla="*/ 4371973 w 4572002"/>
                <a:gd name="connsiteY126" fmla="*/ 5883751 h 6858002"/>
                <a:gd name="connsiteX127" fmla="*/ 4283578 w 4572002"/>
                <a:gd name="connsiteY127" fmla="*/ 5760873 h 6858002"/>
                <a:gd name="connsiteX128" fmla="*/ 4274812 w 4572002"/>
                <a:gd name="connsiteY128" fmla="*/ 5740488 h 6858002"/>
                <a:gd name="connsiteX129" fmla="*/ 4268907 w 4572002"/>
                <a:gd name="connsiteY129" fmla="*/ 5704483 h 6858002"/>
                <a:gd name="connsiteX130" fmla="*/ 4197659 w 4572002"/>
                <a:gd name="connsiteY130" fmla="*/ 5562746 h 6858002"/>
                <a:gd name="connsiteX131" fmla="*/ 4188085 w 4572002"/>
                <a:gd name="connsiteY131" fmla="*/ 5547578 h 6858002"/>
                <a:gd name="connsiteX132" fmla="*/ 4198231 w 4572002"/>
                <a:gd name="connsiteY132" fmla="*/ 5531694 h 6858002"/>
                <a:gd name="connsiteX133" fmla="*/ 4198232 w 4572002"/>
                <a:gd name="connsiteY133" fmla="*/ 5531692 h 6858002"/>
                <a:gd name="connsiteX134" fmla="*/ 4206630 w 4572002"/>
                <a:gd name="connsiteY134" fmla="*/ 5520422 h 6858002"/>
                <a:gd name="connsiteX135" fmla="*/ 4208850 w 4572002"/>
                <a:gd name="connsiteY135" fmla="*/ 5507668 h 6858002"/>
                <a:gd name="connsiteX136" fmla="*/ 4208850 w 4572002"/>
                <a:gd name="connsiteY136" fmla="*/ 5507667 h 6858002"/>
                <a:gd name="connsiteX137" fmla="*/ 4204327 w 4572002"/>
                <a:gd name="connsiteY137" fmla="*/ 5480637 h 6858002"/>
                <a:gd name="connsiteX138" fmla="*/ 4192704 w 4572002"/>
                <a:gd name="connsiteY138" fmla="*/ 5425582 h 6858002"/>
                <a:gd name="connsiteX139" fmla="*/ 4184513 w 4572002"/>
                <a:gd name="connsiteY139" fmla="*/ 5385384 h 6858002"/>
                <a:gd name="connsiteX140" fmla="*/ 4179637 w 4572002"/>
                <a:gd name="connsiteY140" fmla="*/ 5355014 h 6858002"/>
                <a:gd name="connsiteX141" fmla="*/ 4183557 w 4572002"/>
                <a:gd name="connsiteY141" fmla="*/ 5321350 h 6858002"/>
                <a:gd name="connsiteX142" fmla="*/ 4208517 w 4572002"/>
                <a:gd name="connsiteY142" fmla="*/ 5272797 h 6858002"/>
                <a:gd name="connsiteX143" fmla="*/ 4225669 w 4572002"/>
                <a:gd name="connsiteY143" fmla="*/ 5241089 h 6858002"/>
                <a:gd name="connsiteX144" fmla="*/ 4231973 w 4572002"/>
                <a:gd name="connsiteY144" fmla="*/ 5229433 h 6858002"/>
                <a:gd name="connsiteX145" fmla="*/ 4232139 w 4572002"/>
                <a:gd name="connsiteY145" fmla="*/ 5179068 h 6858002"/>
                <a:gd name="connsiteX146" fmla="*/ 4232139 w 4572002"/>
                <a:gd name="connsiteY146" fmla="*/ 5179067 h 6858002"/>
                <a:gd name="connsiteX147" fmla="*/ 4229593 w 4572002"/>
                <a:gd name="connsiteY147" fmla="*/ 5172090 h 6858002"/>
                <a:gd name="connsiteX148" fmla="*/ 4228901 w 4572002"/>
                <a:gd name="connsiteY148" fmla="*/ 5166114 h 6858002"/>
                <a:gd name="connsiteX149" fmla="*/ 4235616 w 4572002"/>
                <a:gd name="connsiteY149" fmla="*/ 5133225 h 6858002"/>
                <a:gd name="connsiteX150" fmla="*/ 4235616 w 4572002"/>
                <a:gd name="connsiteY150" fmla="*/ 5133224 h 6858002"/>
                <a:gd name="connsiteX151" fmla="*/ 4235615 w 4572002"/>
                <a:gd name="connsiteY151" fmla="*/ 5133220 h 6858002"/>
                <a:gd name="connsiteX152" fmla="*/ 4228473 w 4572002"/>
                <a:gd name="connsiteY152" fmla="*/ 5102461 h 6858002"/>
                <a:gd name="connsiteX153" fmla="*/ 4222587 w 4572002"/>
                <a:gd name="connsiteY153" fmla="*/ 5087441 h 6858002"/>
                <a:gd name="connsiteX154" fmla="*/ 4222582 w 4572002"/>
                <a:gd name="connsiteY154" fmla="*/ 5087423 h 6858002"/>
                <a:gd name="connsiteX155" fmla="*/ 4209468 w 4572002"/>
                <a:gd name="connsiteY155" fmla="*/ 5041521 h 6858002"/>
                <a:gd name="connsiteX156" fmla="*/ 4182989 w 4572002"/>
                <a:gd name="connsiteY156" fmla="*/ 4987037 h 6858002"/>
                <a:gd name="connsiteX157" fmla="*/ 4165707 w 4572002"/>
                <a:gd name="connsiteY157" fmla="*/ 4957454 h 6858002"/>
                <a:gd name="connsiteX158" fmla="*/ 4158155 w 4572002"/>
                <a:gd name="connsiteY158" fmla="*/ 4933805 h 6858002"/>
                <a:gd name="connsiteX159" fmla="*/ 4159557 w 4572002"/>
                <a:gd name="connsiteY159" fmla="*/ 4912169 h 6858002"/>
                <a:gd name="connsiteX160" fmla="*/ 4161262 w 4572002"/>
                <a:gd name="connsiteY160" fmla="*/ 4889276 h 6858002"/>
                <a:gd name="connsiteX161" fmla="*/ 4161262 w 4572002"/>
                <a:gd name="connsiteY161" fmla="*/ 4889275 h 6858002"/>
                <a:gd name="connsiteX162" fmla="*/ 4156484 w 4572002"/>
                <a:gd name="connsiteY162" fmla="*/ 4867614 h 6858002"/>
                <a:gd name="connsiteX163" fmla="*/ 4153733 w 4572002"/>
                <a:gd name="connsiteY163" fmla="*/ 4863343 h 6858002"/>
                <a:gd name="connsiteX164" fmla="*/ 4151983 w 4572002"/>
                <a:gd name="connsiteY164" fmla="*/ 4857317 h 6858002"/>
                <a:gd name="connsiteX165" fmla="*/ 4131552 w 4572002"/>
                <a:gd name="connsiteY165" fmla="*/ 4828916 h 6858002"/>
                <a:gd name="connsiteX166" fmla="*/ 4116716 w 4572002"/>
                <a:gd name="connsiteY166" fmla="*/ 4800483 h 6858002"/>
                <a:gd name="connsiteX167" fmla="*/ 4118025 w 4572002"/>
                <a:gd name="connsiteY167" fmla="*/ 4767765 h 6858002"/>
                <a:gd name="connsiteX168" fmla="*/ 4127932 w 4572002"/>
                <a:gd name="connsiteY168" fmla="*/ 4677656 h 6858002"/>
                <a:gd name="connsiteX169" fmla="*/ 4135934 w 4572002"/>
                <a:gd name="connsiteY169" fmla="*/ 4659175 h 6858002"/>
                <a:gd name="connsiteX170" fmla="*/ 4195944 w 4572002"/>
                <a:gd name="connsiteY170" fmla="*/ 4482005 h 6858002"/>
                <a:gd name="connsiteX171" fmla="*/ 4196706 w 4572002"/>
                <a:gd name="connsiteY171" fmla="*/ 4363891 h 6858002"/>
                <a:gd name="connsiteX172" fmla="*/ 4196706 w 4572002"/>
                <a:gd name="connsiteY172" fmla="*/ 4363890 h 6858002"/>
                <a:gd name="connsiteX173" fmla="*/ 4187752 w 4572002"/>
                <a:gd name="connsiteY173" fmla="*/ 4324645 h 6858002"/>
                <a:gd name="connsiteX174" fmla="*/ 4147936 w 4572002"/>
                <a:gd name="connsiteY174" fmla="*/ 4253014 h 6858002"/>
                <a:gd name="connsiteX175" fmla="*/ 4211111 w 4572002"/>
                <a:gd name="connsiteY175" fmla="*/ 2836172 h 6858002"/>
                <a:gd name="connsiteX176" fmla="*/ 4202421 w 4572002"/>
                <a:gd name="connsiteY176" fmla="*/ 2848793 h 6858002"/>
                <a:gd name="connsiteX177" fmla="*/ 4186816 w 4572002"/>
                <a:gd name="connsiteY177" fmla="*/ 2897785 h 6858002"/>
                <a:gd name="connsiteX178" fmla="*/ 4185787 w 4572002"/>
                <a:gd name="connsiteY178" fmla="*/ 2903551 h 6858002"/>
                <a:gd name="connsiteX179" fmla="*/ 4182513 w 4572002"/>
                <a:gd name="connsiteY179" fmla="*/ 2914328 h 6858002"/>
                <a:gd name="connsiteX180" fmla="*/ 4177882 w 4572002"/>
                <a:gd name="connsiteY180" fmla="*/ 2947858 h 6858002"/>
                <a:gd name="connsiteX181" fmla="*/ 4177881 w 4572002"/>
                <a:gd name="connsiteY181" fmla="*/ 2947862 h 6858002"/>
                <a:gd name="connsiteX182" fmla="*/ 4177881 w 4572002"/>
                <a:gd name="connsiteY182" fmla="*/ 2947863 h 6858002"/>
                <a:gd name="connsiteX183" fmla="*/ 4181465 w 4572002"/>
                <a:gd name="connsiteY183" fmla="*/ 2982149 h 6858002"/>
                <a:gd name="connsiteX184" fmla="*/ 4193158 w 4572002"/>
                <a:gd name="connsiteY184" fmla="*/ 3077402 h 6858002"/>
                <a:gd name="connsiteX185" fmla="*/ 4180703 w 4572002"/>
                <a:gd name="connsiteY185" fmla="*/ 3172654 h 6858002"/>
                <a:gd name="connsiteX186" fmla="*/ 4133076 w 4572002"/>
                <a:gd name="connsiteY186" fmla="*/ 3489467 h 6858002"/>
                <a:gd name="connsiteX187" fmla="*/ 4110977 w 4572002"/>
                <a:gd name="connsiteY187" fmla="*/ 3544713 h 6858002"/>
                <a:gd name="connsiteX188" fmla="*/ 4093355 w 4572002"/>
                <a:gd name="connsiteY188" fmla="*/ 3574408 h 6858002"/>
                <a:gd name="connsiteX189" fmla="*/ 4093355 w 4572002"/>
                <a:gd name="connsiteY189" fmla="*/ 3574409 h 6858002"/>
                <a:gd name="connsiteX190" fmla="*/ 4105453 w 4572002"/>
                <a:gd name="connsiteY190" fmla="*/ 3606818 h 6858002"/>
                <a:gd name="connsiteX191" fmla="*/ 4118979 w 4572002"/>
                <a:gd name="connsiteY191" fmla="*/ 3630633 h 6858002"/>
                <a:gd name="connsiteX192" fmla="*/ 4136708 w 4572002"/>
                <a:gd name="connsiteY192" fmla="*/ 3654416 h 6858002"/>
                <a:gd name="connsiteX193" fmla="*/ 4140382 w 4572002"/>
                <a:gd name="connsiteY193" fmla="*/ 3668940 h 6858002"/>
                <a:gd name="connsiteX194" fmla="*/ 4143220 w 4572002"/>
                <a:gd name="connsiteY194" fmla="*/ 3680164 h 6858002"/>
                <a:gd name="connsiteX195" fmla="*/ 4139172 w 4572002"/>
                <a:gd name="connsiteY195" fmla="*/ 3734837 h 6858002"/>
                <a:gd name="connsiteX196" fmla="*/ 4139172 w 4572002"/>
                <a:gd name="connsiteY196" fmla="*/ 3734838 h 6858002"/>
                <a:gd name="connsiteX197" fmla="*/ 4139554 w 4572002"/>
                <a:gd name="connsiteY197" fmla="*/ 3754653 h 6858002"/>
                <a:gd name="connsiteX198" fmla="*/ 4145911 w 4572002"/>
                <a:gd name="connsiteY198" fmla="*/ 3789776 h 6858002"/>
                <a:gd name="connsiteX199" fmla="*/ 4130980 w 4572002"/>
                <a:gd name="connsiteY199" fmla="*/ 3822472 h 6858002"/>
                <a:gd name="connsiteX200" fmla="*/ 4116645 w 4572002"/>
                <a:gd name="connsiteY200" fmla="*/ 3852619 h 6858002"/>
                <a:gd name="connsiteX201" fmla="*/ 4116645 w 4572002"/>
                <a:gd name="connsiteY201" fmla="*/ 3852620 h 6858002"/>
                <a:gd name="connsiteX202" fmla="*/ 4117425 w 4572002"/>
                <a:gd name="connsiteY202" fmla="*/ 3868764 h 6858002"/>
                <a:gd name="connsiteX203" fmla="*/ 4126028 w 4572002"/>
                <a:gd name="connsiteY203" fmla="*/ 3885337 h 6858002"/>
                <a:gd name="connsiteX204" fmla="*/ 4126028 w 4572002"/>
                <a:gd name="connsiteY204" fmla="*/ 3885339 h 6858002"/>
                <a:gd name="connsiteX205" fmla="*/ 4148409 w 4572002"/>
                <a:gd name="connsiteY205" fmla="*/ 3923125 h 6858002"/>
                <a:gd name="connsiteX206" fmla="*/ 4157913 w 4572002"/>
                <a:gd name="connsiteY206" fmla="*/ 3962160 h 6858002"/>
                <a:gd name="connsiteX207" fmla="*/ 4142221 w 4572002"/>
                <a:gd name="connsiteY207" fmla="*/ 4043838 h 6858002"/>
                <a:gd name="connsiteX208" fmla="*/ 4142220 w 4572002"/>
                <a:gd name="connsiteY208" fmla="*/ 4043839 h 6858002"/>
                <a:gd name="connsiteX209" fmla="*/ 4127099 w 4572002"/>
                <a:gd name="connsiteY209" fmla="*/ 4103825 h 6858002"/>
                <a:gd name="connsiteX210" fmla="*/ 4127099 w 4572002"/>
                <a:gd name="connsiteY210" fmla="*/ 4103826 h 6858002"/>
                <a:gd name="connsiteX211" fmla="*/ 4129066 w 4572002"/>
                <a:gd name="connsiteY211" fmla="*/ 4134256 h 6858002"/>
                <a:gd name="connsiteX212" fmla="*/ 4138410 w 4572002"/>
                <a:gd name="connsiteY212" fmla="*/ 4165382 h 6858002"/>
                <a:gd name="connsiteX213" fmla="*/ 4138410 w 4572002"/>
                <a:gd name="connsiteY213" fmla="*/ 4165384 h 6858002"/>
                <a:gd name="connsiteX214" fmla="*/ 4142315 w 4572002"/>
                <a:gd name="connsiteY214" fmla="*/ 4192388 h 6858002"/>
                <a:gd name="connsiteX215" fmla="*/ 4142315 w 4572002"/>
                <a:gd name="connsiteY215" fmla="*/ 4192387 h 6858002"/>
                <a:gd name="connsiteX216" fmla="*/ 4138410 w 4572002"/>
                <a:gd name="connsiteY216" fmla="*/ 4165383 h 6858002"/>
                <a:gd name="connsiteX217" fmla="*/ 4138410 w 4572002"/>
                <a:gd name="connsiteY217" fmla="*/ 4165382 h 6858002"/>
                <a:gd name="connsiteX218" fmla="*/ 4127099 w 4572002"/>
                <a:gd name="connsiteY218" fmla="*/ 4103826 h 6858002"/>
                <a:gd name="connsiteX219" fmla="*/ 4142220 w 4572002"/>
                <a:gd name="connsiteY219" fmla="*/ 4043840 h 6858002"/>
                <a:gd name="connsiteX220" fmla="*/ 4142221 w 4572002"/>
                <a:gd name="connsiteY220" fmla="*/ 4043838 h 6858002"/>
                <a:gd name="connsiteX221" fmla="*/ 4155523 w 4572002"/>
                <a:gd name="connsiteY221" fmla="*/ 4002410 h 6858002"/>
                <a:gd name="connsiteX222" fmla="*/ 4157913 w 4572002"/>
                <a:gd name="connsiteY222" fmla="*/ 3962160 h 6858002"/>
                <a:gd name="connsiteX223" fmla="*/ 4157913 w 4572002"/>
                <a:gd name="connsiteY223" fmla="*/ 3962159 h 6858002"/>
                <a:gd name="connsiteX224" fmla="*/ 4126028 w 4572002"/>
                <a:gd name="connsiteY224" fmla="*/ 3885338 h 6858002"/>
                <a:gd name="connsiteX225" fmla="*/ 4126028 w 4572002"/>
                <a:gd name="connsiteY225" fmla="*/ 3885337 h 6858002"/>
                <a:gd name="connsiteX226" fmla="*/ 4116645 w 4572002"/>
                <a:gd name="connsiteY226" fmla="*/ 3852620 h 6858002"/>
                <a:gd name="connsiteX227" fmla="*/ 4130980 w 4572002"/>
                <a:gd name="connsiteY227" fmla="*/ 3822473 h 6858002"/>
                <a:gd name="connsiteX228" fmla="*/ 4145911 w 4572002"/>
                <a:gd name="connsiteY228" fmla="*/ 3789777 h 6858002"/>
                <a:gd name="connsiteX229" fmla="*/ 4145911 w 4572002"/>
                <a:gd name="connsiteY229" fmla="*/ 3789776 h 6858002"/>
                <a:gd name="connsiteX230" fmla="*/ 4139554 w 4572002"/>
                <a:gd name="connsiteY230" fmla="*/ 3754652 h 6858002"/>
                <a:gd name="connsiteX231" fmla="*/ 4139172 w 4572002"/>
                <a:gd name="connsiteY231" fmla="*/ 3734838 h 6858002"/>
                <a:gd name="connsiteX232" fmla="*/ 4143220 w 4572002"/>
                <a:gd name="connsiteY232" fmla="*/ 3680164 h 6858002"/>
                <a:gd name="connsiteX233" fmla="*/ 4143220 w 4572002"/>
                <a:gd name="connsiteY233" fmla="*/ 3680163 h 6858002"/>
                <a:gd name="connsiteX234" fmla="*/ 4140382 w 4572002"/>
                <a:gd name="connsiteY234" fmla="*/ 3668940 h 6858002"/>
                <a:gd name="connsiteX235" fmla="*/ 4136708 w 4572002"/>
                <a:gd name="connsiteY235" fmla="*/ 3654416 h 6858002"/>
                <a:gd name="connsiteX236" fmla="*/ 4136708 w 4572002"/>
                <a:gd name="connsiteY236" fmla="*/ 3654416 h 6858002"/>
                <a:gd name="connsiteX237" fmla="*/ 4136708 w 4572002"/>
                <a:gd name="connsiteY237" fmla="*/ 3654415 h 6858002"/>
                <a:gd name="connsiteX238" fmla="*/ 4118979 w 4572002"/>
                <a:gd name="connsiteY238" fmla="*/ 3630632 h 6858002"/>
                <a:gd name="connsiteX239" fmla="*/ 4105453 w 4572002"/>
                <a:gd name="connsiteY239" fmla="*/ 3606817 h 6858002"/>
                <a:gd name="connsiteX240" fmla="*/ 4095707 w 4572002"/>
                <a:gd name="connsiteY240" fmla="*/ 3587174 h 6858002"/>
                <a:gd name="connsiteX241" fmla="*/ 4093355 w 4572002"/>
                <a:gd name="connsiteY241" fmla="*/ 3574408 h 6858002"/>
                <a:gd name="connsiteX242" fmla="*/ 4098434 w 4572002"/>
                <a:gd name="connsiteY242" fmla="*/ 3562321 h 6858002"/>
                <a:gd name="connsiteX243" fmla="*/ 4110977 w 4572002"/>
                <a:gd name="connsiteY243" fmla="*/ 3544714 h 6858002"/>
                <a:gd name="connsiteX244" fmla="*/ 4133076 w 4572002"/>
                <a:gd name="connsiteY244" fmla="*/ 3489468 h 6858002"/>
                <a:gd name="connsiteX245" fmla="*/ 4180703 w 4572002"/>
                <a:gd name="connsiteY245" fmla="*/ 3172655 h 6858002"/>
                <a:gd name="connsiteX246" fmla="*/ 4193158 w 4572002"/>
                <a:gd name="connsiteY246" fmla="*/ 3077402 h 6858002"/>
                <a:gd name="connsiteX247" fmla="*/ 4193158 w 4572002"/>
                <a:gd name="connsiteY247" fmla="*/ 3077401 h 6858002"/>
                <a:gd name="connsiteX248" fmla="*/ 4181465 w 4572002"/>
                <a:gd name="connsiteY248" fmla="*/ 2982148 h 6858002"/>
                <a:gd name="connsiteX249" fmla="*/ 4177881 w 4572002"/>
                <a:gd name="connsiteY249" fmla="*/ 2947863 h 6858002"/>
                <a:gd name="connsiteX250" fmla="*/ 4177882 w 4572002"/>
                <a:gd name="connsiteY250" fmla="*/ 2947858 h 6858002"/>
                <a:gd name="connsiteX251" fmla="*/ 4185787 w 4572002"/>
                <a:gd name="connsiteY251" fmla="*/ 2903551 h 6858002"/>
                <a:gd name="connsiteX252" fmla="*/ 4202421 w 4572002"/>
                <a:gd name="connsiteY252" fmla="*/ 2848794 h 6858002"/>
                <a:gd name="connsiteX253" fmla="*/ 4211111 w 4572002"/>
                <a:gd name="connsiteY253" fmla="*/ 2836173 h 6858002"/>
                <a:gd name="connsiteX254" fmla="*/ 3726625 w 4572002"/>
                <a:gd name="connsiteY254" fmla="*/ 1508458 h 6858002"/>
                <a:gd name="connsiteX255" fmla="*/ 3698531 w 4572002"/>
                <a:gd name="connsiteY255" fmla="*/ 1596214 h 6858002"/>
                <a:gd name="connsiteX256" fmla="*/ 3700436 w 4572002"/>
                <a:gd name="connsiteY256" fmla="*/ 1624981 h 6858002"/>
                <a:gd name="connsiteX257" fmla="*/ 3757017 w 4572002"/>
                <a:gd name="connsiteY257" fmla="*/ 1697754 h 6858002"/>
                <a:gd name="connsiteX258" fmla="*/ 3779686 w 4572002"/>
                <a:gd name="connsiteY258" fmla="*/ 1733189 h 6858002"/>
                <a:gd name="connsiteX259" fmla="*/ 3821407 w 4572002"/>
                <a:gd name="connsiteY259" fmla="*/ 1833776 h 6858002"/>
                <a:gd name="connsiteX260" fmla="*/ 3829028 w 4572002"/>
                <a:gd name="connsiteY260" fmla="*/ 1842159 h 6858002"/>
                <a:gd name="connsiteX261" fmla="*/ 3919519 w 4572002"/>
                <a:gd name="connsiteY261" fmla="*/ 1916455 h 6858002"/>
                <a:gd name="connsiteX262" fmla="*/ 3934949 w 4572002"/>
                <a:gd name="connsiteY262" fmla="*/ 1933220 h 6858002"/>
                <a:gd name="connsiteX263" fmla="*/ 3958954 w 4572002"/>
                <a:gd name="connsiteY263" fmla="*/ 1953414 h 6858002"/>
                <a:gd name="connsiteX264" fmla="*/ 4005437 w 4572002"/>
                <a:gd name="connsiteY264" fmla="*/ 2016470 h 6858002"/>
                <a:gd name="connsiteX265" fmla="*/ 4020296 w 4572002"/>
                <a:gd name="connsiteY265" fmla="*/ 2094579 h 6858002"/>
                <a:gd name="connsiteX266" fmla="*/ 4042967 w 4572002"/>
                <a:gd name="connsiteY266" fmla="*/ 2188880 h 6858002"/>
                <a:gd name="connsiteX267" fmla="*/ 4058207 w 4572002"/>
                <a:gd name="connsiteY267" fmla="*/ 2228315 h 6858002"/>
                <a:gd name="connsiteX268" fmla="*/ 4087164 w 4572002"/>
                <a:gd name="connsiteY268" fmla="*/ 2334045 h 6858002"/>
                <a:gd name="connsiteX269" fmla="*/ 4111549 w 4572002"/>
                <a:gd name="connsiteY269" fmla="*/ 2409486 h 6858002"/>
                <a:gd name="connsiteX270" fmla="*/ 4128650 w 4572002"/>
                <a:gd name="connsiteY270" fmla="*/ 2435913 h 6858002"/>
                <a:gd name="connsiteX271" fmla="*/ 4134481 w 4572002"/>
                <a:gd name="connsiteY271" fmla="*/ 2463018 h 6858002"/>
                <a:gd name="connsiteX272" fmla="*/ 4125839 w 4572002"/>
                <a:gd name="connsiteY272" fmla="*/ 2518262 h 6858002"/>
                <a:gd name="connsiteX273" fmla="*/ 4125838 w 4572002"/>
                <a:gd name="connsiteY273" fmla="*/ 2518264 h 6858002"/>
                <a:gd name="connsiteX274" fmla="*/ 4122194 w 4572002"/>
                <a:gd name="connsiteY274" fmla="*/ 2545006 h 6858002"/>
                <a:gd name="connsiteX275" fmla="*/ 4122194 w 4572002"/>
                <a:gd name="connsiteY275" fmla="*/ 2545007 h 6858002"/>
                <a:gd name="connsiteX276" fmla="*/ 4126408 w 4572002"/>
                <a:gd name="connsiteY276" fmla="*/ 2571035 h 6858002"/>
                <a:gd name="connsiteX277" fmla="*/ 4199563 w 4572002"/>
                <a:gd name="connsiteY277" fmla="*/ 2668002 h 6858002"/>
                <a:gd name="connsiteX278" fmla="*/ 4247953 w 4572002"/>
                <a:gd name="connsiteY278" fmla="*/ 2745349 h 6858002"/>
                <a:gd name="connsiteX279" fmla="*/ 4247954 w 4572002"/>
                <a:gd name="connsiteY279" fmla="*/ 2745352 h 6858002"/>
                <a:gd name="connsiteX280" fmla="*/ 4253873 w 4572002"/>
                <a:gd name="connsiteY280" fmla="*/ 2778006 h 6858002"/>
                <a:gd name="connsiteX281" fmla="*/ 4253453 w 4572002"/>
                <a:gd name="connsiteY281" fmla="*/ 2785440 h 6858002"/>
                <a:gd name="connsiteX282" fmla="*/ 4243374 w 4572002"/>
                <a:gd name="connsiteY282" fmla="*/ 2811780 h 6858002"/>
                <a:gd name="connsiteX283" fmla="*/ 4243371 w 4572002"/>
                <a:gd name="connsiteY283" fmla="*/ 2811787 h 6858002"/>
                <a:gd name="connsiteX284" fmla="*/ 4243372 w 4572002"/>
                <a:gd name="connsiteY284" fmla="*/ 2811787 h 6858002"/>
                <a:gd name="connsiteX285" fmla="*/ 4243374 w 4572002"/>
                <a:gd name="connsiteY285" fmla="*/ 2811780 h 6858002"/>
                <a:gd name="connsiteX286" fmla="*/ 4253025 w 4572002"/>
                <a:gd name="connsiteY286" fmla="*/ 2793023 h 6858002"/>
                <a:gd name="connsiteX287" fmla="*/ 4253453 w 4572002"/>
                <a:gd name="connsiteY287" fmla="*/ 2785440 h 6858002"/>
                <a:gd name="connsiteX288" fmla="*/ 4254654 w 4572002"/>
                <a:gd name="connsiteY288" fmla="*/ 2782305 h 6858002"/>
                <a:gd name="connsiteX289" fmla="*/ 4253873 w 4572002"/>
                <a:gd name="connsiteY289" fmla="*/ 2778006 h 6858002"/>
                <a:gd name="connsiteX290" fmla="*/ 4254284 w 4572002"/>
                <a:gd name="connsiteY290" fmla="*/ 2770758 h 6858002"/>
                <a:gd name="connsiteX291" fmla="*/ 4247954 w 4572002"/>
                <a:gd name="connsiteY291" fmla="*/ 2745352 h 6858002"/>
                <a:gd name="connsiteX292" fmla="*/ 4247953 w 4572002"/>
                <a:gd name="connsiteY292" fmla="*/ 2745348 h 6858002"/>
                <a:gd name="connsiteX293" fmla="*/ 4199563 w 4572002"/>
                <a:gd name="connsiteY293" fmla="*/ 2668001 h 6858002"/>
                <a:gd name="connsiteX294" fmla="*/ 4126408 w 4572002"/>
                <a:gd name="connsiteY294" fmla="*/ 2571034 h 6858002"/>
                <a:gd name="connsiteX295" fmla="*/ 4122194 w 4572002"/>
                <a:gd name="connsiteY295" fmla="*/ 2545007 h 6858002"/>
                <a:gd name="connsiteX296" fmla="*/ 4125838 w 4572002"/>
                <a:gd name="connsiteY296" fmla="*/ 2518265 h 6858002"/>
                <a:gd name="connsiteX297" fmla="*/ 4125839 w 4572002"/>
                <a:gd name="connsiteY297" fmla="*/ 2518262 h 6858002"/>
                <a:gd name="connsiteX298" fmla="*/ 4132419 w 4572002"/>
                <a:gd name="connsiteY298" fmla="*/ 2490551 h 6858002"/>
                <a:gd name="connsiteX299" fmla="*/ 4134481 w 4572002"/>
                <a:gd name="connsiteY299" fmla="*/ 2463018 h 6858002"/>
                <a:gd name="connsiteX300" fmla="*/ 4134481 w 4572002"/>
                <a:gd name="connsiteY300" fmla="*/ 2463017 h 6858002"/>
                <a:gd name="connsiteX301" fmla="*/ 4111549 w 4572002"/>
                <a:gd name="connsiteY301" fmla="*/ 2409485 h 6858002"/>
                <a:gd name="connsiteX302" fmla="*/ 4087164 w 4572002"/>
                <a:gd name="connsiteY302" fmla="*/ 2334044 h 6858002"/>
                <a:gd name="connsiteX303" fmla="*/ 4058207 w 4572002"/>
                <a:gd name="connsiteY303" fmla="*/ 2228314 h 6858002"/>
                <a:gd name="connsiteX304" fmla="*/ 4042967 w 4572002"/>
                <a:gd name="connsiteY304" fmla="*/ 2188879 h 6858002"/>
                <a:gd name="connsiteX305" fmla="*/ 4020296 w 4572002"/>
                <a:gd name="connsiteY305" fmla="*/ 2094578 h 6858002"/>
                <a:gd name="connsiteX306" fmla="*/ 4005437 w 4572002"/>
                <a:gd name="connsiteY306" fmla="*/ 2016469 h 6858002"/>
                <a:gd name="connsiteX307" fmla="*/ 3958954 w 4572002"/>
                <a:gd name="connsiteY307" fmla="*/ 1953413 h 6858002"/>
                <a:gd name="connsiteX308" fmla="*/ 3934949 w 4572002"/>
                <a:gd name="connsiteY308" fmla="*/ 1933219 h 6858002"/>
                <a:gd name="connsiteX309" fmla="*/ 3919519 w 4572002"/>
                <a:gd name="connsiteY309" fmla="*/ 1916454 h 6858002"/>
                <a:gd name="connsiteX310" fmla="*/ 3829028 w 4572002"/>
                <a:gd name="connsiteY310" fmla="*/ 1842158 h 6858002"/>
                <a:gd name="connsiteX311" fmla="*/ 3821407 w 4572002"/>
                <a:gd name="connsiteY311" fmla="*/ 1833775 h 6858002"/>
                <a:gd name="connsiteX312" fmla="*/ 3779686 w 4572002"/>
                <a:gd name="connsiteY312" fmla="*/ 1733188 h 6858002"/>
                <a:gd name="connsiteX313" fmla="*/ 3757018 w 4572002"/>
                <a:gd name="connsiteY313" fmla="*/ 1697753 h 6858002"/>
                <a:gd name="connsiteX314" fmla="*/ 3700436 w 4572002"/>
                <a:gd name="connsiteY314" fmla="*/ 1624980 h 6858002"/>
                <a:gd name="connsiteX315" fmla="*/ 3698532 w 4572002"/>
                <a:gd name="connsiteY315" fmla="*/ 1596213 h 6858002"/>
                <a:gd name="connsiteX316" fmla="*/ 3745230 w 4572002"/>
                <a:gd name="connsiteY316" fmla="*/ 1459073 h 6858002"/>
                <a:gd name="connsiteX317" fmla="*/ 3745229 w 4572002"/>
                <a:gd name="connsiteY317" fmla="*/ 1459074 h 6858002"/>
                <a:gd name="connsiteX318" fmla="*/ 3736012 w 4572002"/>
                <a:gd name="connsiteY318" fmla="*/ 1481572 h 6858002"/>
                <a:gd name="connsiteX319" fmla="*/ 3764423 w 4572002"/>
                <a:gd name="connsiteY319" fmla="*/ 1268758 h 6858002"/>
                <a:gd name="connsiteX320" fmla="*/ 3769590 w 4572002"/>
                <a:gd name="connsiteY320" fmla="*/ 1286070 h 6858002"/>
                <a:gd name="connsiteX321" fmla="*/ 3791927 w 4572002"/>
                <a:gd name="connsiteY321" fmla="*/ 1350628 h 6858002"/>
                <a:gd name="connsiteX322" fmla="*/ 3786333 w 4572002"/>
                <a:gd name="connsiteY322" fmla="*/ 1413840 h 6858002"/>
                <a:gd name="connsiteX323" fmla="*/ 3791928 w 4572002"/>
                <a:gd name="connsiteY323" fmla="*/ 1350627 h 6858002"/>
                <a:gd name="connsiteX324" fmla="*/ 3769590 w 4572002"/>
                <a:gd name="connsiteY324" fmla="*/ 1286069 h 6858002"/>
                <a:gd name="connsiteX325" fmla="*/ 3706152 w 4572002"/>
                <a:gd name="connsiteY325" fmla="*/ 773035 h 6858002"/>
                <a:gd name="connsiteX326" fmla="*/ 3706152 w 4572002"/>
                <a:gd name="connsiteY326" fmla="*/ 773036 h 6858002"/>
                <a:gd name="connsiteX327" fmla="*/ 3714152 w 4572002"/>
                <a:gd name="connsiteY327" fmla="*/ 854380 h 6858002"/>
                <a:gd name="connsiteX328" fmla="*/ 3745205 w 4572002"/>
                <a:gd name="connsiteY328" fmla="*/ 915344 h 6858002"/>
                <a:gd name="connsiteX329" fmla="*/ 3755683 w 4572002"/>
                <a:gd name="connsiteY329" fmla="*/ 927156 h 6858002"/>
                <a:gd name="connsiteX330" fmla="*/ 3752063 w 4572002"/>
                <a:gd name="connsiteY330" fmla="*/ 1097088 h 6858002"/>
                <a:gd name="connsiteX331" fmla="*/ 3747681 w 4572002"/>
                <a:gd name="connsiteY331" fmla="*/ 1123186 h 6858002"/>
                <a:gd name="connsiteX332" fmla="*/ 3772400 w 4572002"/>
                <a:gd name="connsiteY332" fmla="*/ 1184029 h 6858002"/>
                <a:gd name="connsiteX333" fmla="*/ 3747682 w 4572002"/>
                <a:gd name="connsiteY333" fmla="*/ 1123185 h 6858002"/>
                <a:gd name="connsiteX334" fmla="*/ 3752064 w 4572002"/>
                <a:gd name="connsiteY334" fmla="*/ 1097087 h 6858002"/>
                <a:gd name="connsiteX335" fmla="*/ 3755684 w 4572002"/>
                <a:gd name="connsiteY335" fmla="*/ 927155 h 6858002"/>
                <a:gd name="connsiteX336" fmla="*/ 3745206 w 4572002"/>
                <a:gd name="connsiteY336" fmla="*/ 915343 h 6858002"/>
                <a:gd name="connsiteX337" fmla="*/ 3714152 w 4572002"/>
                <a:gd name="connsiteY337" fmla="*/ 854379 h 6858002"/>
                <a:gd name="connsiteX338" fmla="*/ 3761553 w 4572002"/>
                <a:gd name="connsiteY338" fmla="*/ 517851 h 6858002"/>
                <a:gd name="connsiteX339" fmla="*/ 3752635 w 4572002"/>
                <a:gd name="connsiteY339" fmla="*/ 556048 h 6858002"/>
                <a:gd name="connsiteX340" fmla="*/ 3746157 w 4572002"/>
                <a:gd name="connsiteY340" fmla="*/ 580051 h 6858002"/>
                <a:gd name="connsiteX341" fmla="*/ 3742776 w 4572002"/>
                <a:gd name="connsiteY341" fmla="*/ 642538 h 6858002"/>
                <a:gd name="connsiteX342" fmla="*/ 3730253 w 4572002"/>
                <a:gd name="connsiteY342" fmla="*/ 694928 h 6858002"/>
                <a:gd name="connsiteX343" fmla="*/ 3742777 w 4572002"/>
                <a:gd name="connsiteY343" fmla="*/ 642537 h 6858002"/>
                <a:gd name="connsiteX344" fmla="*/ 3746158 w 4572002"/>
                <a:gd name="connsiteY344" fmla="*/ 580050 h 6858002"/>
                <a:gd name="connsiteX345" fmla="*/ 3752636 w 4572002"/>
                <a:gd name="connsiteY345" fmla="*/ 556047 h 6858002"/>
                <a:gd name="connsiteX346" fmla="*/ 3774848 w 4572002"/>
                <a:gd name="connsiteY346" fmla="*/ 298169 h 6858002"/>
                <a:gd name="connsiteX347" fmla="*/ 3760065 w 4572002"/>
                <a:gd name="connsiteY347" fmla="*/ 313534 h 6858002"/>
                <a:gd name="connsiteX348" fmla="*/ 3759493 w 4572002"/>
                <a:gd name="connsiteY348" fmla="*/ 338871 h 6858002"/>
                <a:gd name="connsiteX349" fmla="*/ 3759500 w 4572002"/>
                <a:gd name="connsiteY349" fmla="*/ 338900 h 6858002"/>
                <a:gd name="connsiteX350" fmla="*/ 3769400 w 4572002"/>
                <a:gd name="connsiteY350" fmla="*/ 395640 h 6858002"/>
                <a:gd name="connsiteX351" fmla="*/ 3765590 w 4572002"/>
                <a:gd name="connsiteY351" fmla="*/ 367328 h 6858002"/>
                <a:gd name="connsiteX352" fmla="*/ 3759500 w 4572002"/>
                <a:gd name="connsiteY352" fmla="*/ 338900 h 6858002"/>
                <a:gd name="connsiteX353" fmla="*/ 3759494 w 4572002"/>
                <a:gd name="connsiteY353" fmla="*/ 338870 h 6858002"/>
                <a:gd name="connsiteX354" fmla="*/ 3760066 w 4572002"/>
                <a:gd name="connsiteY354" fmla="*/ 313533 h 6858002"/>
                <a:gd name="connsiteX355" fmla="*/ 3782393 w 4572002"/>
                <a:gd name="connsiteY355" fmla="*/ 281568 h 6858002"/>
                <a:gd name="connsiteX356" fmla="*/ 3777498 w 4572002"/>
                <a:gd name="connsiteY356" fmla="*/ 295415 h 6858002"/>
                <a:gd name="connsiteX357" fmla="*/ 3777499 w 4572002"/>
                <a:gd name="connsiteY357" fmla="*/ 295415 h 6858002"/>
                <a:gd name="connsiteX358" fmla="*/ 3769073 w 4572002"/>
                <a:gd name="connsiteY358" fmla="*/ 24486 h 6858002"/>
                <a:gd name="connsiteX359" fmla="*/ 3766810 w 4572002"/>
                <a:gd name="connsiteY359" fmla="*/ 74129 h 6858002"/>
                <a:gd name="connsiteX360" fmla="*/ 3772734 w 4572002"/>
                <a:gd name="connsiteY360" fmla="*/ 125861 h 6858002"/>
                <a:gd name="connsiteX361" fmla="*/ 3777129 w 4572002"/>
                <a:gd name="connsiteY361" fmla="*/ 153387 h 6858002"/>
                <a:gd name="connsiteX362" fmla="*/ 3785402 w 4572002"/>
                <a:gd name="connsiteY362" fmla="*/ 228944 h 6858002"/>
                <a:gd name="connsiteX363" fmla="*/ 3780943 w 4572002"/>
                <a:gd name="connsiteY363" fmla="*/ 177271 h 6858002"/>
                <a:gd name="connsiteX364" fmla="*/ 3777129 w 4572002"/>
                <a:gd name="connsiteY364" fmla="*/ 153387 h 6858002"/>
                <a:gd name="connsiteX365" fmla="*/ 3776930 w 4572002"/>
                <a:gd name="connsiteY365" fmla="*/ 151569 h 6858002"/>
                <a:gd name="connsiteX366" fmla="*/ 3766811 w 4572002"/>
                <a:gd name="connsiteY366" fmla="*/ 74129 h 6858002"/>
                <a:gd name="connsiteX367" fmla="*/ 3766492 w 4572002"/>
                <a:gd name="connsiteY367" fmla="*/ 0 h 6858002"/>
                <a:gd name="connsiteX368" fmla="*/ 4230600 w 4572002"/>
                <a:gd name="connsiteY368" fmla="*/ 0 h 6858002"/>
                <a:gd name="connsiteX369" fmla="*/ 4229473 w 4572002"/>
                <a:gd name="connsiteY369" fmla="*/ 2817 h 6858002"/>
                <a:gd name="connsiteX370" fmla="*/ 4215375 w 4572002"/>
                <a:gd name="connsiteY370" fmla="*/ 63587 h 6858002"/>
                <a:gd name="connsiteX371" fmla="*/ 4201468 w 4572002"/>
                <a:gd name="connsiteY371" fmla="*/ 176939 h 6858002"/>
                <a:gd name="connsiteX372" fmla="*/ 4193466 w 4572002"/>
                <a:gd name="connsiteY372" fmla="*/ 200182 h 6858002"/>
                <a:gd name="connsiteX373" fmla="*/ 4155554 w 4572002"/>
                <a:gd name="connsiteY373" fmla="*/ 340774 h 6858002"/>
                <a:gd name="connsiteX374" fmla="*/ 4156319 w 4572002"/>
                <a:gd name="connsiteY374" fmla="*/ 453364 h 6858002"/>
                <a:gd name="connsiteX375" fmla="*/ 4158033 w 4572002"/>
                <a:gd name="connsiteY375" fmla="*/ 462126 h 6858002"/>
                <a:gd name="connsiteX376" fmla="*/ 4170605 w 4572002"/>
                <a:gd name="connsiteY376" fmla="*/ 505182 h 6858002"/>
                <a:gd name="connsiteX377" fmla="*/ 4167177 w 4572002"/>
                <a:gd name="connsiteY377" fmla="*/ 571860 h 6858002"/>
                <a:gd name="connsiteX378" fmla="*/ 4149840 w 4572002"/>
                <a:gd name="connsiteY378" fmla="*/ 617772 h 6858002"/>
                <a:gd name="connsiteX379" fmla="*/ 4149078 w 4572002"/>
                <a:gd name="connsiteY379" fmla="*/ 674923 h 6858002"/>
                <a:gd name="connsiteX380" fmla="*/ 4159937 w 4572002"/>
                <a:gd name="connsiteY380" fmla="*/ 740268 h 6858002"/>
                <a:gd name="connsiteX381" fmla="*/ 4162223 w 4572002"/>
                <a:gd name="connsiteY381" fmla="*/ 769605 h 6858002"/>
                <a:gd name="connsiteX382" fmla="*/ 4184703 w 4572002"/>
                <a:gd name="connsiteY382" fmla="*/ 850189 h 6858002"/>
                <a:gd name="connsiteX383" fmla="*/ 4179179 w 4572002"/>
                <a:gd name="connsiteY383" fmla="*/ 898198 h 6858002"/>
                <a:gd name="connsiteX384" fmla="*/ 4164319 w 4572002"/>
                <a:gd name="connsiteY384" fmla="*/ 945444 h 6858002"/>
                <a:gd name="connsiteX385" fmla="*/ 4150030 w 4572002"/>
                <a:gd name="connsiteY385" fmla="*/ 975733 h 6858002"/>
                <a:gd name="connsiteX386" fmla="*/ 4139934 w 4572002"/>
                <a:gd name="connsiteY386" fmla="*/ 1036887 h 6858002"/>
                <a:gd name="connsiteX387" fmla="*/ 4141458 w 4572002"/>
                <a:gd name="connsiteY387" fmla="*/ 1048125 h 6858002"/>
                <a:gd name="connsiteX388" fmla="*/ 4154032 w 4572002"/>
                <a:gd name="connsiteY388" fmla="*/ 1230633 h 6858002"/>
                <a:gd name="connsiteX389" fmla="*/ 4174225 w 4572002"/>
                <a:gd name="connsiteY389" fmla="*/ 1303024 h 6858002"/>
                <a:gd name="connsiteX390" fmla="*/ 4176701 w 4572002"/>
                <a:gd name="connsiteY390" fmla="*/ 1318456 h 6858002"/>
                <a:gd name="connsiteX391" fmla="*/ 4199372 w 4572002"/>
                <a:gd name="connsiteY391" fmla="*/ 1472575 h 6858002"/>
                <a:gd name="connsiteX392" fmla="*/ 4200325 w 4572002"/>
                <a:gd name="connsiteY392" fmla="*/ 1489720 h 6858002"/>
                <a:gd name="connsiteX393" fmla="*/ 4196324 w 4572002"/>
                <a:gd name="connsiteY393" fmla="*/ 1537537 h 6858002"/>
                <a:gd name="connsiteX394" fmla="*/ 4237474 w 4572002"/>
                <a:gd name="connsiteY394" fmla="*/ 1650317 h 6858002"/>
                <a:gd name="connsiteX395" fmla="*/ 4251572 w 4572002"/>
                <a:gd name="connsiteY395" fmla="*/ 1763287 h 6858002"/>
                <a:gd name="connsiteX396" fmla="*/ 4251380 w 4572002"/>
                <a:gd name="connsiteY396" fmla="*/ 1825393 h 6858002"/>
                <a:gd name="connsiteX397" fmla="*/ 4261478 w 4572002"/>
                <a:gd name="connsiteY397" fmla="*/ 1869780 h 6858002"/>
                <a:gd name="connsiteX398" fmla="*/ 4292149 w 4572002"/>
                <a:gd name="connsiteY398" fmla="*/ 1978940 h 6858002"/>
                <a:gd name="connsiteX399" fmla="*/ 4296911 w 4572002"/>
                <a:gd name="connsiteY399" fmla="*/ 2030378 h 6858002"/>
                <a:gd name="connsiteX400" fmla="*/ 4307201 w 4572002"/>
                <a:gd name="connsiteY400" fmla="*/ 2085054 h 6858002"/>
                <a:gd name="connsiteX401" fmla="*/ 4353302 w 4572002"/>
                <a:gd name="connsiteY401" fmla="*/ 2220312 h 6858002"/>
                <a:gd name="connsiteX402" fmla="*/ 4350636 w 4572002"/>
                <a:gd name="connsiteY402" fmla="*/ 2330806 h 6858002"/>
                <a:gd name="connsiteX403" fmla="*/ 4351206 w 4572002"/>
                <a:gd name="connsiteY403" fmla="*/ 2401292 h 6858002"/>
                <a:gd name="connsiteX404" fmla="*/ 4366446 w 4572002"/>
                <a:gd name="connsiteY404" fmla="*/ 2485307 h 6858002"/>
                <a:gd name="connsiteX405" fmla="*/ 4388736 w 4572002"/>
                <a:gd name="connsiteY405" fmla="*/ 2554079 h 6858002"/>
                <a:gd name="connsiteX406" fmla="*/ 4406453 w 4572002"/>
                <a:gd name="connsiteY406" fmla="*/ 2649143 h 6858002"/>
                <a:gd name="connsiteX407" fmla="*/ 4440554 w 4572002"/>
                <a:gd name="connsiteY407" fmla="*/ 2743826 h 6858002"/>
                <a:gd name="connsiteX408" fmla="*/ 4466653 w 4572002"/>
                <a:gd name="connsiteY408" fmla="*/ 2809930 h 6858002"/>
                <a:gd name="connsiteX409" fmla="*/ 4489705 w 4572002"/>
                <a:gd name="connsiteY409" fmla="*/ 2901943 h 6858002"/>
                <a:gd name="connsiteX410" fmla="*/ 4505897 w 4572002"/>
                <a:gd name="connsiteY410" fmla="*/ 3042728 h 6858002"/>
                <a:gd name="connsiteX411" fmla="*/ 4507613 w 4572002"/>
                <a:gd name="connsiteY411" fmla="*/ 3107500 h 6858002"/>
                <a:gd name="connsiteX412" fmla="*/ 4545521 w 4572002"/>
                <a:gd name="connsiteY412" fmla="*/ 3209993 h 6858002"/>
                <a:gd name="connsiteX413" fmla="*/ 4563811 w 4572002"/>
                <a:gd name="connsiteY413" fmla="*/ 3253809 h 6858002"/>
                <a:gd name="connsiteX414" fmla="*/ 4548570 w 4572002"/>
                <a:gd name="connsiteY414" fmla="*/ 3293244 h 6858002"/>
                <a:gd name="connsiteX415" fmla="*/ 4531043 w 4572002"/>
                <a:gd name="connsiteY415" fmla="*/ 3318771 h 6858002"/>
                <a:gd name="connsiteX416" fmla="*/ 4545904 w 4572002"/>
                <a:gd name="connsiteY416" fmla="*/ 3399546 h 6858002"/>
                <a:gd name="connsiteX417" fmla="*/ 4561524 w 4572002"/>
                <a:gd name="connsiteY417" fmla="*/ 3485275 h 6858002"/>
                <a:gd name="connsiteX418" fmla="*/ 4572002 w 4572002"/>
                <a:gd name="connsiteY418" fmla="*/ 3546617 h 6858002"/>
                <a:gd name="connsiteX419" fmla="*/ 4563620 w 4572002"/>
                <a:gd name="connsiteY419" fmla="*/ 3623201 h 6858002"/>
                <a:gd name="connsiteX420" fmla="*/ 4560192 w 4572002"/>
                <a:gd name="connsiteY420" fmla="*/ 3683591 h 6858002"/>
                <a:gd name="connsiteX421" fmla="*/ 4550476 w 4572002"/>
                <a:gd name="connsiteY421" fmla="*/ 3732361 h 6858002"/>
                <a:gd name="connsiteX422" fmla="*/ 4544759 w 4572002"/>
                <a:gd name="connsiteY422" fmla="*/ 3749506 h 6858002"/>
                <a:gd name="connsiteX423" fmla="*/ 4500182 w 4572002"/>
                <a:gd name="connsiteY423" fmla="*/ 3885338 h 6858002"/>
                <a:gd name="connsiteX424" fmla="*/ 4464557 w 4572002"/>
                <a:gd name="connsiteY424" fmla="*/ 4030503 h 6858002"/>
                <a:gd name="connsiteX425" fmla="*/ 4487039 w 4572002"/>
                <a:gd name="connsiteY425" fmla="*/ 4124614 h 6858002"/>
                <a:gd name="connsiteX426" fmla="*/ 4486656 w 4572002"/>
                <a:gd name="connsiteY426" fmla="*/ 4159667 h 6858002"/>
                <a:gd name="connsiteX427" fmla="*/ 4491801 w 4572002"/>
                <a:gd name="connsiteY427" fmla="*/ 4320837 h 6858002"/>
                <a:gd name="connsiteX428" fmla="*/ 4497325 w 4572002"/>
                <a:gd name="connsiteY428" fmla="*/ 4349222 h 6858002"/>
                <a:gd name="connsiteX429" fmla="*/ 4474653 w 4572002"/>
                <a:gd name="connsiteY429" fmla="*/ 4502579 h 6858002"/>
                <a:gd name="connsiteX430" fmla="*/ 4470844 w 4572002"/>
                <a:gd name="connsiteY430" fmla="*/ 4558207 h 6858002"/>
                <a:gd name="connsiteX431" fmla="*/ 4464557 w 4572002"/>
                <a:gd name="connsiteY431" fmla="*/ 4609452 h 6858002"/>
                <a:gd name="connsiteX432" fmla="*/ 4463033 w 4572002"/>
                <a:gd name="connsiteY432" fmla="*/ 4681083 h 6858002"/>
                <a:gd name="connsiteX433" fmla="*/ 4465891 w 4572002"/>
                <a:gd name="connsiteY433" fmla="*/ 4755381 h 6858002"/>
                <a:gd name="connsiteX434" fmla="*/ 4465319 w 4572002"/>
                <a:gd name="connsiteY434" fmla="*/ 4838250 h 6858002"/>
                <a:gd name="connsiteX435" fmla="*/ 4460367 w 4572002"/>
                <a:gd name="connsiteY435" fmla="*/ 4871019 h 6858002"/>
                <a:gd name="connsiteX436" fmla="*/ 4463795 w 4572002"/>
                <a:gd name="connsiteY436" fmla="*/ 4959602 h 6858002"/>
                <a:gd name="connsiteX437" fmla="*/ 4458082 w 4572002"/>
                <a:gd name="connsiteY437" fmla="*/ 5006086 h 6858002"/>
                <a:gd name="connsiteX438" fmla="*/ 4456937 w 4572002"/>
                <a:gd name="connsiteY438" fmla="*/ 5082670 h 6858002"/>
                <a:gd name="connsiteX439" fmla="*/ 4455603 w 4572002"/>
                <a:gd name="connsiteY439" fmla="*/ 5107627 h 6858002"/>
                <a:gd name="connsiteX440" fmla="*/ 4454840 w 4572002"/>
                <a:gd name="connsiteY440" fmla="*/ 5129916 h 6858002"/>
                <a:gd name="connsiteX441" fmla="*/ 4470464 w 4572002"/>
                <a:gd name="connsiteY441" fmla="*/ 5206308 h 6858002"/>
                <a:gd name="connsiteX442" fmla="*/ 4471415 w 4572002"/>
                <a:gd name="connsiteY442" fmla="*/ 5274129 h 6858002"/>
                <a:gd name="connsiteX443" fmla="*/ 4483990 w 4572002"/>
                <a:gd name="connsiteY443" fmla="*/ 5393005 h 6858002"/>
                <a:gd name="connsiteX444" fmla="*/ 4479607 w 4572002"/>
                <a:gd name="connsiteY444" fmla="*/ 5419295 h 6858002"/>
                <a:gd name="connsiteX445" fmla="*/ 4477894 w 4572002"/>
                <a:gd name="connsiteY445" fmla="*/ 5501594 h 6858002"/>
                <a:gd name="connsiteX446" fmla="*/ 4476560 w 4572002"/>
                <a:gd name="connsiteY446" fmla="*/ 5548460 h 6858002"/>
                <a:gd name="connsiteX447" fmla="*/ 4485703 w 4572002"/>
                <a:gd name="connsiteY447" fmla="*/ 5606372 h 6858002"/>
                <a:gd name="connsiteX448" fmla="*/ 4505134 w 4572002"/>
                <a:gd name="connsiteY448" fmla="*/ 5706959 h 6858002"/>
                <a:gd name="connsiteX449" fmla="*/ 4508183 w 4572002"/>
                <a:gd name="connsiteY449" fmla="*/ 5733440 h 6858002"/>
                <a:gd name="connsiteX450" fmla="*/ 4517519 w 4572002"/>
                <a:gd name="connsiteY450" fmla="*/ 5781830 h 6858002"/>
                <a:gd name="connsiteX451" fmla="*/ 4519234 w 4572002"/>
                <a:gd name="connsiteY451" fmla="*/ 5790592 h 6858002"/>
                <a:gd name="connsiteX452" fmla="*/ 4542855 w 4572002"/>
                <a:gd name="connsiteY452" fmla="*/ 5864318 h 6858002"/>
                <a:gd name="connsiteX453" fmla="*/ 4544759 w 4572002"/>
                <a:gd name="connsiteY453" fmla="*/ 5902610 h 6858002"/>
                <a:gd name="connsiteX454" fmla="*/ 4544951 w 4572002"/>
                <a:gd name="connsiteY454" fmla="*/ 6012723 h 6858002"/>
                <a:gd name="connsiteX455" fmla="*/ 4541332 w 4572002"/>
                <a:gd name="connsiteY455" fmla="*/ 6059397 h 6858002"/>
                <a:gd name="connsiteX456" fmla="*/ 4527426 w 4572002"/>
                <a:gd name="connsiteY456" fmla="*/ 6171605 h 6858002"/>
                <a:gd name="connsiteX457" fmla="*/ 4520568 w 4572002"/>
                <a:gd name="connsiteY457" fmla="*/ 6242093 h 6858002"/>
                <a:gd name="connsiteX458" fmla="*/ 4509706 w 4572002"/>
                <a:gd name="connsiteY458" fmla="*/ 6323058 h 6858002"/>
                <a:gd name="connsiteX459" fmla="*/ 4502848 w 4572002"/>
                <a:gd name="connsiteY459" fmla="*/ 6415833 h 6858002"/>
                <a:gd name="connsiteX460" fmla="*/ 4482084 w 4572002"/>
                <a:gd name="connsiteY460" fmla="*/ 6584812 h 6858002"/>
                <a:gd name="connsiteX461" fmla="*/ 4460557 w 4572002"/>
                <a:gd name="connsiteY461" fmla="*/ 6748458 h 6858002"/>
                <a:gd name="connsiteX462" fmla="*/ 4441507 w 4572002"/>
                <a:gd name="connsiteY462" fmla="*/ 6815516 h 6858002"/>
                <a:gd name="connsiteX463" fmla="*/ 4431806 w 4572002"/>
                <a:gd name="connsiteY463" fmla="*/ 6858001 h 6858002"/>
                <a:gd name="connsiteX464" fmla="*/ 4259554 w 4572002"/>
                <a:gd name="connsiteY464" fmla="*/ 6858001 h 6858002"/>
                <a:gd name="connsiteX465" fmla="*/ 4259554 w 4572002"/>
                <a:gd name="connsiteY465" fmla="*/ 6858002 h 6858002"/>
                <a:gd name="connsiteX466" fmla="*/ 0 w 4572002"/>
                <a:gd name="connsiteY466" fmla="*/ 6858002 h 6858002"/>
                <a:gd name="connsiteX467" fmla="*/ 0 w 4572002"/>
                <a:gd name="connsiteY467" fmla="*/ 2 h 6858002"/>
                <a:gd name="connsiteX468" fmla="*/ 3766492 w 4572002"/>
                <a:gd name="connsiteY468" fmla="*/ 1 h 6858002"/>
                <a:gd name="connsiteX469" fmla="*/ 3769210 w 4572002"/>
                <a:gd name="connsiteY469" fmla="*/ 21486 h 685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</a:cxnLst>
              <a:rect l="l" t="t" r="r" b="b"/>
              <a:pathLst>
                <a:path w="4572002" h="6858002">
                  <a:moveTo>
                    <a:pt x="4214994" y="6564620"/>
                  </a:moveTo>
                  <a:lnTo>
                    <a:pt x="4214994" y="6564621"/>
                  </a:lnTo>
                  <a:cubicBezTo>
                    <a:pt x="4225281" y="6575479"/>
                    <a:pt x="4231378" y="6582147"/>
                    <a:pt x="4237474" y="6588626"/>
                  </a:cubicBezTo>
                  <a:lnTo>
                    <a:pt x="4254096" y="6625225"/>
                  </a:lnTo>
                  <a:lnTo>
                    <a:pt x="4247001" y="6662540"/>
                  </a:lnTo>
                  <a:lnTo>
                    <a:pt x="4247000" y="6662541"/>
                  </a:lnTo>
                  <a:lnTo>
                    <a:pt x="4246999" y="6662544"/>
                  </a:lnTo>
                  <a:lnTo>
                    <a:pt x="4235550" y="6683027"/>
                  </a:lnTo>
                  <a:lnTo>
                    <a:pt x="4232403" y="6702976"/>
                  </a:lnTo>
                  <a:lnTo>
                    <a:pt x="4232403" y="6702977"/>
                  </a:lnTo>
                  <a:cubicBezTo>
                    <a:pt x="4232808" y="6716169"/>
                    <a:pt x="4237951" y="6729219"/>
                    <a:pt x="4246238" y="6742553"/>
                  </a:cubicBezTo>
                  <a:lnTo>
                    <a:pt x="4246239" y="6742555"/>
                  </a:lnTo>
                  <a:lnTo>
                    <a:pt x="4265716" y="6812062"/>
                  </a:lnTo>
                  <a:lnTo>
                    <a:pt x="4265717" y="6812064"/>
                  </a:lnTo>
                  <a:lnTo>
                    <a:pt x="4265717" y="6812063"/>
                  </a:lnTo>
                  <a:lnTo>
                    <a:pt x="4265716" y="6812062"/>
                  </a:lnTo>
                  <a:lnTo>
                    <a:pt x="4260942" y="6776800"/>
                  </a:lnTo>
                  <a:lnTo>
                    <a:pt x="4246239" y="6742555"/>
                  </a:lnTo>
                  <a:lnTo>
                    <a:pt x="4246238" y="6742552"/>
                  </a:lnTo>
                  <a:lnTo>
                    <a:pt x="4232403" y="6702976"/>
                  </a:lnTo>
                  <a:lnTo>
                    <a:pt x="4246999" y="6662544"/>
                  </a:lnTo>
                  <a:lnTo>
                    <a:pt x="4247000" y="6662542"/>
                  </a:lnTo>
                  <a:lnTo>
                    <a:pt x="4247001" y="6662540"/>
                  </a:lnTo>
                  <a:lnTo>
                    <a:pt x="4254084" y="6645552"/>
                  </a:lnTo>
                  <a:lnTo>
                    <a:pt x="4254096" y="6625225"/>
                  </a:lnTo>
                  <a:lnTo>
                    <a:pt x="4254096" y="6625224"/>
                  </a:lnTo>
                  <a:cubicBezTo>
                    <a:pt x="4252000" y="6611341"/>
                    <a:pt x="4245951" y="6597578"/>
                    <a:pt x="4237474" y="6588625"/>
                  </a:cubicBezTo>
                  <a:close/>
                  <a:moveTo>
                    <a:pt x="4295315" y="6438981"/>
                  </a:moveTo>
                  <a:lnTo>
                    <a:pt x="4275385" y="6463840"/>
                  </a:lnTo>
                  <a:lnTo>
                    <a:pt x="4275382" y="6463849"/>
                  </a:lnTo>
                  <a:lnTo>
                    <a:pt x="4261587" y="6513012"/>
                  </a:lnTo>
                  <a:lnTo>
                    <a:pt x="4242781" y="6546194"/>
                  </a:lnTo>
                  <a:lnTo>
                    <a:pt x="4242781" y="6546195"/>
                  </a:lnTo>
                  <a:lnTo>
                    <a:pt x="4259120" y="6521804"/>
                  </a:lnTo>
                  <a:lnTo>
                    <a:pt x="4261587" y="6513012"/>
                  </a:lnTo>
                  <a:lnTo>
                    <a:pt x="4264398" y="6508052"/>
                  </a:lnTo>
                  <a:lnTo>
                    <a:pt x="4275382" y="6463849"/>
                  </a:lnTo>
                  <a:lnTo>
                    <a:pt x="4275385" y="6463841"/>
                  </a:lnTo>
                  <a:cubicBezTo>
                    <a:pt x="4278336" y="6451650"/>
                    <a:pt x="4285813" y="6444077"/>
                    <a:pt x="4295315" y="6438981"/>
                  </a:cubicBezTo>
                  <a:close/>
                  <a:moveTo>
                    <a:pt x="4381289" y="6365204"/>
                  </a:moveTo>
                  <a:lnTo>
                    <a:pt x="4380008" y="6387910"/>
                  </a:lnTo>
                  <a:lnTo>
                    <a:pt x="4378243" y="6391549"/>
                  </a:lnTo>
                  <a:lnTo>
                    <a:pt x="4370589" y="6407332"/>
                  </a:lnTo>
                  <a:lnTo>
                    <a:pt x="4370589" y="6407333"/>
                  </a:lnTo>
                  <a:lnTo>
                    <a:pt x="4378243" y="6391549"/>
                  </a:lnTo>
                  <a:lnTo>
                    <a:pt x="4380008" y="6387910"/>
                  </a:lnTo>
                  <a:close/>
                  <a:moveTo>
                    <a:pt x="4142220" y="4221391"/>
                  </a:moveTo>
                  <a:lnTo>
                    <a:pt x="4142220" y="4221392"/>
                  </a:lnTo>
                  <a:cubicBezTo>
                    <a:pt x="4142982" y="4232061"/>
                    <a:pt x="4143172" y="4243873"/>
                    <a:pt x="4147936" y="4253015"/>
                  </a:cubicBezTo>
                  <a:cubicBezTo>
                    <a:pt x="4160129" y="4277402"/>
                    <a:pt x="4175749" y="4300071"/>
                    <a:pt x="4187752" y="4324646"/>
                  </a:cubicBezTo>
                  <a:lnTo>
                    <a:pt x="4196706" y="4363891"/>
                  </a:lnTo>
                  <a:lnTo>
                    <a:pt x="4195944" y="4482004"/>
                  </a:lnTo>
                  <a:cubicBezTo>
                    <a:pt x="4193276" y="4546776"/>
                    <a:pt x="4192704" y="4612500"/>
                    <a:pt x="4135934" y="4659174"/>
                  </a:cubicBezTo>
                  <a:cubicBezTo>
                    <a:pt x="4131362" y="4662986"/>
                    <a:pt x="4128694" y="4671176"/>
                    <a:pt x="4127932" y="4677655"/>
                  </a:cubicBezTo>
                  <a:cubicBezTo>
                    <a:pt x="4124313" y="4707564"/>
                    <a:pt x="4123931" y="4738235"/>
                    <a:pt x="4118025" y="4767764"/>
                  </a:cubicBezTo>
                  <a:cubicBezTo>
                    <a:pt x="4115644" y="4779575"/>
                    <a:pt x="4114835" y="4790387"/>
                    <a:pt x="4116716" y="4800483"/>
                  </a:cubicBezTo>
                  <a:lnTo>
                    <a:pt x="4116716" y="4800484"/>
                  </a:lnTo>
                  <a:cubicBezTo>
                    <a:pt x="4118597" y="4810581"/>
                    <a:pt x="4123170" y="4819964"/>
                    <a:pt x="4131552" y="4828917"/>
                  </a:cubicBezTo>
                  <a:lnTo>
                    <a:pt x="4153733" y="4863343"/>
                  </a:lnTo>
                  <a:lnTo>
                    <a:pt x="4161262" y="4889275"/>
                  </a:lnTo>
                  <a:lnTo>
                    <a:pt x="4159557" y="4912168"/>
                  </a:lnTo>
                  <a:cubicBezTo>
                    <a:pt x="4157842" y="4919978"/>
                    <a:pt x="4157485" y="4927122"/>
                    <a:pt x="4158155" y="4933804"/>
                  </a:cubicBezTo>
                  <a:lnTo>
                    <a:pt x="4158155" y="4933805"/>
                  </a:lnTo>
                  <a:lnTo>
                    <a:pt x="4162914" y="4952673"/>
                  </a:lnTo>
                  <a:lnTo>
                    <a:pt x="4165707" y="4957454"/>
                  </a:lnTo>
                  <a:lnTo>
                    <a:pt x="4166985" y="4961456"/>
                  </a:lnTo>
                  <a:cubicBezTo>
                    <a:pt x="4171496" y="4970097"/>
                    <a:pt x="4177202" y="4978394"/>
                    <a:pt x="4182989" y="4987038"/>
                  </a:cubicBezTo>
                  <a:cubicBezTo>
                    <a:pt x="4194228" y="5003802"/>
                    <a:pt x="4208326" y="5022853"/>
                    <a:pt x="4209468" y="5041522"/>
                  </a:cubicBezTo>
                  <a:cubicBezTo>
                    <a:pt x="4210087" y="5052096"/>
                    <a:pt x="4213005" y="5062300"/>
                    <a:pt x="4216684" y="5072376"/>
                  </a:cubicBezTo>
                  <a:lnTo>
                    <a:pt x="4222587" y="5087441"/>
                  </a:lnTo>
                  <a:lnTo>
                    <a:pt x="4235615" y="5133220"/>
                  </a:lnTo>
                  <a:lnTo>
                    <a:pt x="4235616" y="5133225"/>
                  </a:lnTo>
                  <a:lnTo>
                    <a:pt x="4228901" y="5166113"/>
                  </a:lnTo>
                  <a:lnTo>
                    <a:pt x="4228901" y="5166114"/>
                  </a:lnTo>
                  <a:cubicBezTo>
                    <a:pt x="4228139" y="5167638"/>
                    <a:pt x="4228712" y="5169781"/>
                    <a:pt x="4229593" y="5172091"/>
                  </a:cubicBezTo>
                  <a:lnTo>
                    <a:pt x="4232139" y="5179068"/>
                  </a:lnTo>
                  <a:cubicBezTo>
                    <a:pt x="4235759" y="5196595"/>
                    <a:pt x="4235807" y="5213598"/>
                    <a:pt x="4231973" y="5229434"/>
                  </a:cubicBezTo>
                  <a:lnTo>
                    <a:pt x="4225669" y="5241089"/>
                  </a:lnTo>
                  <a:lnTo>
                    <a:pt x="4208517" y="5272796"/>
                  </a:lnTo>
                  <a:cubicBezTo>
                    <a:pt x="4196871" y="5285441"/>
                    <a:pt x="4189165" y="5298595"/>
                    <a:pt x="4184613" y="5312288"/>
                  </a:cubicBezTo>
                  <a:lnTo>
                    <a:pt x="4183557" y="5321350"/>
                  </a:lnTo>
                  <a:lnTo>
                    <a:pt x="4181083" y="5326163"/>
                  </a:lnTo>
                  <a:lnTo>
                    <a:pt x="4179637" y="5355014"/>
                  </a:lnTo>
                  <a:lnTo>
                    <a:pt x="4179637" y="5355015"/>
                  </a:lnTo>
                  <a:cubicBezTo>
                    <a:pt x="4180286" y="5364883"/>
                    <a:pt x="4181989" y="5375003"/>
                    <a:pt x="4184513" y="5385385"/>
                  </a:cubicBezTo>
                  <a:cubicBezTo>
                    <a:pt x="4187752" y="5398722"/>
                    <a:pt x="4190038" y="5412058"/>
                    <a:pt x="4192704" y="5425583"/>
                  </a:cubicBezTo>
                  <a:cubicBezTo>
                    <a:pt x="4196514" y="5443871"/>
                    <a:pt x="4200516" y="5462352"/>
                    <a:pt x="4204327" y="5480638"/>
                  </a:cubicBezTo>
                  <a:lnTo>
                    <a:pt x="4208850" y="5507668"/>
                  </a:lnTo>
                  <a:lnTo>
                    <a:pt x="4198232" y="5531692"/>
                  </a:lnTo>
                  <a:lnTo>
                    <a:pt x="4198231" y="5531693"/>
                  </a:lnTo>
                  <a:cubicBezTo>
                    <a:pt x="4191181" y="5537600"/>
                    <a:pt x="4187989" y="5542649"/>
                    <a:pt x="4188085" y="5547578"/>
                  </a:cubicBezTo>
                  <a:lnTo>
                    <a:pt x="4188085" y="5547579"/>
                  </a:lnTo>
                  <a:cubicBezTo>
                    <a:pt x="4188180" y="5552508"/>
                    <a:pt x="4191562" y="5557318"/>
                    <a:pt x="4197659" y="5562747"/>
                  </a:cubicBezTo>
                  <a:cubicBezTo>
                    <a:pt x="4240332" y="5600468"/>
                    <a:pt x="4267003" y="5646190"/>
                    <a:pt x="4268907" y="5704484"/>
                  </a:cubicBezTo>
                  <a:cubicBezTo>
                    <a:pt x="4269289" y="5716486"/>
                    <a:pt x="4271954" y="5728679"/>
                    <a:pt x="4274812" y="5740489"/>
                  </a:cubicBezTo>
                  <a:cubicBezTo>
                    <a:pt x="4276527" y="5747729"/>
                    <a:pt x="4278433" y="5756494"/>
                    <a:pt x="4283578" y="5760874"/>
                  </a:cubicBezTo>
                  <a:cubicBezTo>
                    <a:pt x="4322821" y="5794975"/>
                    <a:pt x="4350063" y="5837458"/>
                    <a:pt x="4371973" y="5883752"/>
                  </a:cubicBezTo>
                  <a:lnTo>
                    <a:pt x="4371974" y="5883757"/>
                  </a:lnTo>
                  <a:lnTo>
                    <a:pt x="4389877" y="5935946"/>
                  </a:lnTo>
                  <a:lnTo>
                    <a:pt x="4389878" y="5935950"/>
                  </a:lnTo>
                  <a:lnTo>
                    <a:pt x="4386259" y="5993290"/>
                  </a:lnTo>
                  <a:lnTo>
                    <a:pt x="4386259" y="5993291"/>
                  </a:lnTo>
                  <a:cubicBezTo>
                    <a:pt x="4385116" y="6004531"/>
                    <a:pt x="4385306" y="6017485"/>
                    <a:pt x="4379782" y="6026440"/>
                  </a:cubicBezTo>
                  <a:cubicBezTo>
                    <a:pt x="4362445" y="6054825"/>
                    <a:pt x="4343778" y="6082258"/>
                    <a:pt x="4323583" y="6108738"/>
                  </a:cubicBezTo>
                  <a:cubicBezTo>
                    <a:pt x="4314914" y="6120074"/>
                    <a:pt x="4309961" y="6126884"/>
                    <a:pt x="4309890" y="6133314"/>
                  </a:cubicBezTo>
                  <a:lnTo>
                    <a:pt x="4309890" y="6133315"/>
                  </a:lnTo>
                  <a:lnTo>
                    <a:pt x="4313591" y="6143190"/>
                  </a:lnTo>
                  <a:lnTo>
                    <a:pt x="4325486" y="6155600"/>
                  </a:lnTo>
                  <a:lnTo>
                    <a:pt x="4325488" y="6155603"/>
                  </a:lnTo>
                  <a:cubicBezTo>
                    <a:pt x="4347778" y="6175798"/>
                    <a:pt x="4359398" y="6200945"/>
                    <a:pt x="4364160" y="6228757"/>
                  </a:cubicBezTo>
                  <a:lnTo>
                    <a:pt x="4381497" y="6361540"/>
                  </a:lnTo>
                  <a:lnTo>
                    <a:pt x="4381497" y="6361539"/>
                  </a:lnTo>
                  <a:cubicBezTo>
                    <a:pt x="4377877" y="6317151"/>
                    <a:pt x="4371590" y="6272764"/>
                    <a:pt x="4364160" y="6228756"/>
                  </a:cubicBezTo>
                  <a:cubicBezTo>
                    <a:pt x="4359398" y="6200944"/>
                    <a:pt x="4347778" y="6175797"/>
                    <a:pt x="4325488" y="6155602"/>
                  </a:cubicBezTo>
                  <a:lnTo>
                    <a:pt x="4325486" y="6155600"/>
                  </a:lnTo>
                  <a:lnTo>
                    <a:pt x="4309890" y="6133315"/>
                  </a:lnTo>
                  <a:lnTo>
                    <a:pt x="4323583" y="6108739"/>
                  </a:lnTo>
                  <a:cubicBezTo>
                    <a:pt x="4343778" y="6082259"/>
                    <a:pt x="4362445" y="6054826"/>
                    <a:pt x="4379782" y="6026441"/>
                  </a:cubicBezTo>
                  <a:cubicBezTo>
                    <a:pt x="4385306" y="6017486"/>
                    <a:pt x="4385116" y="6004532"/>
                    <a:pt x="4386259" y="5993292"/>
                  </a:cubicBezTo>
                  <a:lnTo>
                    <a:pt x="4386259" y="5993290"/>
                  </a:lnTo>
                  <a:lnTo>
                    <a:pt x="4389712" y="5964477"/>
                  </a:lnTo>
                  <a:lnTo>
                    <a:pt x="4389878" y="5935950"/>
                  </a:lnTo>
                  <a:lnTo>
                    <a:pt x="4389878" y="5935949"/>
                  </a:lnTo>
                  <a:lnTo>
                    <a:pt x="4389877" y="5935946"/>
                  </a:lnTo>
                  <a:lnTo>
                    <a:pt x="4382997" y="5909351"/>
                  </a:lnTo>
                  <a:lnTo>
                    <a:pt x="4371974" y="5883757"/>
                  </a:lnTo>
                  <a:lnTo>
                    <a:pt x="4371973" y="5883751"/>
                  </a:lnTo>
                  <a:cubicBezTo>
                    <a:pt x="4350063" y="5837457"/>
                    <a:pt x="4322821" y="5794974"/>
                    <a:pt x="4283578" y="5760873"/>
                  </a:cubicBezTo>
                  <a:cubicBezTo>
                    <a:pt x="4278433" y="5756493"/>
                    <a:pt x="4276527" y="5747728"/>
                    <a:pt x="4274812" y="5740488"/>
                  </a:cubicBezTo>
                  <a:cubicBezTo>
                    <a:pt x="4271954" y="5728678"/>
                    <a:pt x="4269289" y="5716485"/>
                    <a:pt x="4268907" y="5704483"/>
                  </a:cubicBezTo>
                  <a:cubicBezTo>
                    <a:pt x="4267003" y="5646189"/>
                    <a:pt x="4240332" y="5600467"/>
                    <a:pt x="4197659" y="5562746"/>
                  </a:cubicBezTo>
                  <a:lnTo>
                    <a:pt x="4188085" y="5547578"/>
                  </a:lnTo>
                  <a:lnTo>
                    <a:pt x="4198231" y="5531694"/>
                  </a:lnTo>
                  <a:lnTo>
                    <a:pt x="4198232" y="5531692"/>
                  </a:lnTo>
                  <a:lnTo>
                    <a:pt x="4206630" y="5520422"/>
                  </a:lnTo>
                  <a:lnTo>
                    <a:pt x="4208850" y="5507668"/>
                  </a:lnTo>
                  <a:lnTo>
                    <a:pt x="4208850" y="5507667"/>
                  </a:lnTo>
                  <a:cubicBezTo>
                    <a:pt x="4208803" y="5498832"/>
                    <a:pt x="4206231" y="5489497"/>
                    <a:pt x="4204327" y="5480637"/>
                  </a:cubicBezTo>
                  <a:cubicBezTo>
                    <a:pt x="4200516" y="5462351"/>
                    <a:pt x="4196514" y="5443870"/>
                    <a:pt x="4192704" y="5425582"/>
                  </a:cubicBezTo>
                  <a:cubicBezTo>
                    <a:pt x="4190038" y="5412057"/>
                    <a:pt x="4187752" y="5398721"/>
                    <a:pt x="4184513" y="5385384"/>
                  </a:cubicBezTo>
                  <a:lnTo>
                    <a:pt x="4179637" y="5355014"/>
                  </a:lnTo>
                  <a:lnTo>
                    <a:pt x="4183557" y="5321350"/>
                  </a:lnTo>
                  <a:lnTo>
                    <a:pt x="4208517" y="5272797"/>
                  </a:lnTo>
                  <a:lnTo>
                    <a:pt x="4225669" y="5241089"/>
                  </a:lnTo>
                  <a:lnTo>
                    <a:pt x="4231973" y="5229433"/>
                  </a:lnTo>
                  <a:lnTo>
                    <a:pt x="4232139" y="5179068"/>
                  </a:lnTo>
                  <a:lnTo>
                    <a:pt x="4232139" y="5179067"/>
                  </a:lnTo>
                  <a:cubicBezTo>
                    <a:pt x="4231663" y="5176876"/>
                    <a:pt x="4230473" y="5174400"/>
                    <a:pt x="4229593" y="5172090"/>
                  </a:cubicBezTo>
                  <a:lnTo>
                    <a:pt x="4228901" y="5166114"/>
                  </a:lnTo>
                  <a:lnTo>
                    <a:pt x="4235616" y="5133225"/>
                  </a:lnTo>
                  <a:lnTo>
                    <a:pt x="4235616" y="5133224"/>
                  </a:lnTo>
                  <a:lnTo>
                    <a:pt x="4235615" y="5133220"/>
                  </a:lnTo>
                  <a:lnTo>
                    <a:pt x="4228473" y="5102461"/>
                  </a:lnTo>
                  <a:lnTo>
                    <a:pt x="4222587" y="5087441"/>
                  </a:lnTo>
                  <a:lnTo>
                    <a:pt x="4222582" y="5087423"/>
                  </a:lnTo>
                  <a:cubicBezTo>
                    <a:pt x="4216496" y="5072411"/>
                    <a:pt x="4210397" y="5057381"/>
                    <a:pt x="4209468" y="5041521"/>
                  </a:cubicBezTo>
                  <a:cubicBezTo>
                    <a:pt x="4208326" y="5022852"/>
                    <a:pt x="4194228" y="5003801"/>
                    <a:pt x="4182989" y="4987037"/>
                  </a:cubicBezTo>
                  <a:lnTo>
                    <a:pt x="4165707" y="4957454"/>
                  </a:lnTo>
                  <a:lnTo>
                    <a:pt x="4158155" y="4933805"/>
                  </a:lnTo>
                  <a:lnTo>
                    <a:pt x="4159557" y="4912169"/>
                  </a:lnTo>
                  <a:cubicBezTo>
                    <a:pt x="4161319" y="4904358"/>
                    <a:pt x="4161831" y="4896714"/>
                    <a:pt x="4161262" y="4889276"/>
                  </a:cubicBezTo>
                  <a:lnTo>
                    <a:pt x="4161262" y="4889275"/>
                  </a:lnTo>
                  <a:lnTo>
                    <a:pt x="4156484" y="4867614"/>
                  </a:lnTo>
                  <a:lnTo>
                    <a:pt x="4153733" y="4863343"/>
                  </a:lnTo>
                  <a:lnTo>
                    <a:pt x="4151983" y="4857317"/>
                  </a:lnTo>
                  <a:cubicBezTo>
                    <a:pt x="4146840" y="4847214"/>
                    <a:pt x="4139839" y="4837703"/>
                    <a:pt x="4131552" y="4828916"/>
                  </a:cubicBezTo>
                  <a:lnTo>
                    <a:pt x="4116716" y="4800483"/>
                  </a:lnTo>
                  <a:lnTo>
                    <a:pt x="4118025" y="4767765"/>
                  </a:lnTo>
                  <a:cubicBezTo>
                    <a:pt x="4123931" y="4738236"/>
                    <a:pt x="4124313" y="4707565"/>
                    <a:pt x="4127932" y="4677656"/>
                  </a:cubicBezTo>
                  <a:cubicBezTo>
                    <a:pt x="4128694" y="4671177"/>
                    <a:pt x="4131362" y="4662987"/>
                    <a:pt x="4135934" y="4659175"/>
                  </a:cubicBezTo>
                  <a:cubicBezTo>
                    <a:pt x="4192704" y="4612501"/>
                    <a:pt x="4193276" y="4546777"/>
                    <a:pt x="4195944" y="4482005"/>
                  </a:cubicBezTo>
                  <a:cubicBezTo>
                    <a:pt x="4197659" y="4442762"/>
                    <a:pt x="4197659" y="4403326"/>
                    <a:pt x="4196706" y="4363891"/>
                  </a:cubicBezTo>
                  <a:lnTo>
                    <a:pt x="4196706" y="4363890"/>
                  </a:lnTo>
                  <a:cubicBezTo>
                    <a:pt x="4196514" y="4350554"/>
                    <a:pt x="4193466" y="4336457"/>
                    <a:pt x="4187752" y="4324645"/>
                  </a:cubicBezTo>
                  <a:cubicBezTo>
                    <a:pt x="4175749" y="4300070"/>
                    <a:pt x="4160129" y="4277401"/>
                    <a:pt x="4147936" y="4253014"/>
                  </a:cubicBezTo>
                  <a:close/>
                  <a:moveTo>
                    <a:pt x="4211111" y="2836172"/>
                  </a:moveTo>
                  <a:lnTo>
                    <a:pt x="4202421" y="2848793"/>
                  </a:lnTo>
                  <a:cubicBezTo>
                    <a:pt x="4197421" y="2865010"/>
                    <a:pt x="4191562" y="2881307"/>
                    <a:pt x="4186816" y="2897785"/>
                  </a:cubicBezTo>
                  <a:lnTo>
                    <a:pt x="4185787" y="2903551"/>
                  </a:lnTo>
                  <a:lnTo>
                    <a:pt x="4182513" y="2914328"/>
                  </a:lnTo>
                  <a:lnTo>
                    <a:pt x="4177882" y="2947858"/>
                  </a:lnTo>
                  <a:lnTo>
                    <a:pt x="4177881" y="2947862"/>
                  </a:lnTo>
                  <a:lnTo>
                    <a:pt x="4177881" y="2947863"/>
                  </a:lnTo>
                  <a:cubicBezTo>
                    <a:pt x="4177512" y="2959157"/>
                    <a:pt x="4178512" y="2970576"/>
                    <a:pt x="4181465" y="2982149"/>
                  </a:cubicBezTo>
                  <a:lnTo>
                    <a:pt x="4193158" y="3077402"/>
                  </a:lnTo>
                  <a:lnTo>
                    <a:pt x="4180703" y="3172654"/>
                  </a:lnTo>
                  <a:cubicBezTo>
                    <a:pt x="4154794" y="3276480"/>
                    <a:pt x="4127362" y="3380305"/>
                    <a:pt x="4133076" y="3489467"/>
                  </a:cubicBezTo>
                  <a:cubicBezTo>
                    <a:pt x="4134028" y="3507563"/>
                    <a:pt x="4122407" y="3529090"/>
                    <a:pt x="4110977" y="3544713"/>
                  </a:cubicBezTo>
                  <a:cubicBezTo>
                    <a:pt x="4100119" y="3559668"/>
                    <a:pt x="4094260" y="3566812"/>
                    <a:pt x="4093355" y="3574408"/>
                  </a:cubicBezTo>
                  <a:lnTo>
                    <a:pt x="4093355" y="3574409"/>
                  </a:lnTo>
                  <a:cubicBezTo>
                    <a:pt x="4092450" y="3582005"/>
                    <a:pt x="4096499" y="3590054"/>
                    <a:pt x="4105453" y="3606818"/>
                  </a:cubicBezTo>
                  <a:cubicBezTo>
                    <a:pt x="4109835" y="3614820"/>
                    <a:pt x="4112501" y="3624726"/>
                    <a:pt x="4118979" y="3630633"/>
                  </a:cubicBezTo>
                  <a:lnTo>
                    <a:pt x="4136708" y="3654416"/>
                  </a:lnTo>
                  <a:lnTo>
                    <a:pt x="4140382" y="3668940"/>
                  </a:lnTo>
                  <a:lnTo>
                    <a:pt x="4143220" y="3680164"/>
                  </a:lnTo>
                  <a:lnTo>
                    <a:pt x="4139172" y="3734837"/>
                  </a:lnTo>
                  <a:lnTo>
                    <a:pt x="4139172" y="3734838"/>
                  </a:lnTo>
                  <a:cubicBezTo>
                    <a:pt x="4138220" y="3741316"/>
                    <a:pt x="4136886" y="3749126"/>
                    <a:pt x="4139554" y="3754653"/>
                  </a:cubicBezTo>
                  <a:lnTo>
                    <a:pt x="4145911" y="3789776"/>
                  </a:lnTo>
                  <a:lnTo>
                    <a:pt x="4130980" y="3822472"/>
                  </a:lnTo>
                  <a:cubicBezTo>
                    <a:pt x="4123932" y="3831902"/>
                    <a:pt x="4118312" y="3842046"/>
                    <a:pt x="4116645" y="3852619"/>
                  </a:cubicBezTo>
                  <a:lnTo>
                    <a:pt x="4116645" y="3852620"/>
                  </a:lnTo>
                  <a:lnTo>
                    <a:pt x="4117425" y="3868764"/>
                  </a:lnTo>
                  <a:lnTo>
                    <a:pt x="4126028" y="3885337"/>
                  </a:lnTo>
                  <a:lnTo>
                    <a:pt x="4126028" y="3885339"/>
                  </a:lnTo>
                  <a:cubicBezTo>
                    <a:pt x="4135744" y="3897722"/>
                    <a:pt x="4143150" y="3910319"/>
                    <a:pt x="4148409" y="3923125"/>
                  </a:cubicBezTo>
                  <a:lnTo>
                    <a:pt x="4157913" y="3962160"/>
                  </a:lnTo>
                  <a:lnTo>
                    <a:pt x="4142221" y="4043838"/>
                  </a:lnTo>
                  <a:lnTo>
                    <a:pt x="4142220" y="4043839"/>
                  </a:lnTo>
                  <a:cubicBezTo>
                    <a:pt x="4133457" y="4063842"/>
                    <a:pt x="4128075" y="4083702"/>
                    <a:pt x="4127099" y="4103825"/>
                  </a:cubicBezTo>
                  <a:lnTo>
                    <a:pt x="4127099" y="4103826"/>
                  </a:lnTo>
                  <a:lnTo>
                    <a:pt x="4129066" y="4134256"/>
                  </a:lnTo>
                  <a:lnTo>
                    <a:pt x="4138410" y="4165382"/>
                  </a:lnTo>
                  <a:lnTo>
                    <a:pt x="4138410" y="4165384"/>
                  </a:lnTo>
                  <a:lnTo>
                    <a:pt x="4142315" y="4192388"/>
                  </a:lnTo>
                  <a:lnTo>
                    <a:pt x="4142315" y="4192387"/>
                  </a:lnTo>
                  <a:cubicBezTo>
                    <a:pt x="4142411" y="4182767"/>
                    <a:pt x="4141839" y="4173480"/>
                    <a:pt x="4138410" y="4165383"/>
                  </a:cubicBezTo>
                  <a:lnTo>
                    <a:pt x="4138410" y="4165382"/>
                  </a:lnTo>
                  <a:lnTo>
                    <a:pt x="4127099" y="4103826"/>
                  </a:lnTo>
                  <a:lnTo>
                    <a:pt x="4142220" y="4043840"/>
                  </a:lnTo>
                  <a:lnTo>
                    <a:pt x="4142221" y="4043838"/>
                  </a:lnTo>
                  <a:lnTo>
                    <a:pt x="4155523" y="4002410"/>
                  </a:lnTo>
                  <a:lnTo>
                    <a:pt x="4157913" y="3962160"/>
                  </a:lnTo>
                  <a:lnTo>
                    <a:pt x="4157913" y="3962159"/>
                  </a:lnTo>
                  <a:cubicBezTo>
                    <a:pt x="4155651" y="3935727"/>
                    <a:pt x="4145460" y="3910104"/>
                    <a:pt x="4126028" y="3885338"/>
                  </a:cubicBezTo>
                  <a:lnTo>
                    <a:pt x="4126028" y="3885337"/>
                  </a:lnTo>
                  <a:lnTo>
                    <a:pt x="4116645" y="3852620"/>
                  </a:lnTo>
                  <a:lnTo>
                    <a:pt x="4130980" y="3822473"/>
                  </a:lnTo>
                  <a:cubicBezTo>
                    <a:pt x="4139172" y="3811614"/>
                    <a:pt x="4144316" y="3800897"/>
                    <a:pt x="4145911" y="3789777"/>
                  </a:cubicBezTo>
                  <a:lnTo>
                    <a:pt x="4145911" y="3789776"/>
                  </a:lnTo>
                  <a:cubicBezTo>
                    <a:pt x="4147507" y="3778655"/>
                    <a:pt x="4145554" y="3767130"/>
                    <a:pt x="4139554" y="3754652"/>
                  </a:cubicBezTo>
                  <a:lnTo>
                    <a:pt x="4139172" y="3734838"/>
                  </a:lnTo>
                  <a:lnTo>
                    <a:pt x="4143220" y="3680164"/>
                  </a:lnTo>
                  <a:lnTo>
                    <a:pt x="4143220" y="3680163"/>
                  </a:lnTo>
                  <a:lnTo>
                    <a:pt x="4140382" y="3668940"/>
                  </a:lnTo>
                  <a:lnTo>
                    <a:pt x="4136708" y="3654416"/>
                  </a:lnTo>
                  <a:lnTo>
                    <a:pt x="4136708" y="3654416"/>
                  </a:lnTo>
                  <a:lnTo>
                    <a:pt x="4136708" y="3654415"/>
                  </a:lnTo>
                  <a:cubicBezTo>
                    <a:pt x="4132898" y="3646123"/>
                    <a:pt x="4127219" y="3638157"/>
                    <a:pt x="4118979" y="3630632"/>
                  </a:cubicBezTo>
                  <a:cubicBezTo>
                    <a:pt x="4112501" y="3624725"/>
                    <a:pt x="4109835" y="3614819"/>
                    <a:pt x="4105453" y="3606817"/>
                  </a:cubicBezTo>
                  <a:cubicBezTo>
                    <a:pt x="4100976" y="3598435"/>
                    <a:pt x="4097725" y="3592232"/>
                    <a:pt x="4095707" y="3587174"/>
                  </a:cubicBezTo>
                  <a:lnTo>
                    <a:pt x="4093355" y="3574408"/>
                  </a:lnTo>
                  <a:lnTo>
                    <a:pt x="4098434" y="3562321"/>
                  </a:lnTo>
                  <a:cubicBezTo>
                    <a:pt x="4101369" y="3557716"/>
                    <a:pt x="4105548" y="3552191"/>
                    <a:pt x="4110977" y="3544714"/>
                  </a:cubicBezTo>
                  <a:cubicBezTo>
                    <a:pt x="4122407" y="3529091"/>
                    <a:pt x="4134028" y="3507564"/>
                    <a:pt x="4133076" y="3489468"/>
                  </a:cubicBezTo>
                  <a:cubicBezTo>
                    <a:pt x="4127362" y="3380306"/>
                    <a:pt x="4154794" y="3276481"/>
                    <a:pt x="4180703" y="3172655"/>
                  </a:cubicBezTo>
                  <a:cubicBezTo>
                    <a:pt x="4188705" y="3140650"/>
                    <a:pt x="4192943" y="3109026"/>
                    <a:pt x="4193158" y="3077402"/>
                  </a:cubicBezTo>
                  <a:lnTo>
                    <a:pt x="4193158" y="3077401"/>
                  </a:lnTo>
                  <a:cubicBezTo>
                    <a:pt x="4193372" y="3045777"/>
                    <a:pt x="4189562" y="3014153"/>
                    <a:pt x="4181465" y="2982148"/>
                  </a:cubicBezTo>
                  <a:lnTo>
                    <a:pt x="4177881" y="2947863"/>
                  </a:lnTo>
                  <a:lnTo>
                    <a:pt x="4177882" y="2947858"/>
                  </a:lnTo>
                  <a:lnTo>
                    <a:pt x="4185787" y="2903551"/>
                  </a:lnTo>
                  <a:lnTo>
                    <a:pt x="4202421" y="2848794"/>
                  </a:lnTo>
                  <a:cubicBezTo>
                    <a:pt x="4203754" y="2844317"/>
                    <a:pt x="4207040" y="2839983"/>
                    <a:pt x="4211111" y="2836173"/>
                  </a:cubicBezTo>
                  <a:close/>
                  <a:moveTo>
                    <a:pt x="3726625" y="1508458"/>
                  </a:moveTo>
                  <a:lnTo>
                    <a:pt x="3698531" y="1596214"/>
                  </a:lnTo>
                  <a:cubicBezTo>
                    <a:pt x="3696054" y="1604979"/>
                    <a:pt x="3697579" y="1615837"/>
                    <a:pt x="3700436" y="1624981"/>
                  </a:cubicBezTo>
                  <a:cubicBezTo>
                    <a:pt x="3710152" y="1656224"/>
                    <a:pt x="3734537" y="1676037"/>
                    <a:pt x="3757017" y="1697754"/>
                  </a:cubicBezTo>
                  <a:cubicBezTo>
                    <a:pt x="3766924" y="1707280"/>
                    <a:pt x="3773972" y="1720424"/>
                    <a:pt x="3779686" y="1733189"/>
                  </a:cubicBezTo>
                  <a:cubicBezTo>
                    <a:pt x="3794357" y="1766336"/>
                    <a:pt x="3807501" y="1800247"/>
                    <a:pt x="3821407" y="1833776"/>
                  </a:cubicBezTo>
                  <a:cubicBezTo>
                    <a:pt x="3822741" y="1837014"/>
                    <a:pt x="3826170" y="1839680"/>
                    <a:pt x="3829028" y="1842159"/>
                  </a:cubicBezTo>
                  <a:cubicBezTo>
                    <a:pt x="3859129" y="1866923"/>
                    <a:pt x="3889418" y="1891498"/>
                    <a:pt x="3919519" y="1916455"/>
                  </a:cubicBezTo>
                  <a:cubicBezTo>
                    <a:pt x="3925233" y="1921217"/>
                    <a:pt x="3929425" y="1928077"/>
                    <a:pt x="3934949" y="1933220"/>
                  </a:cubicBezTo>
                  <a:cubicBezTo>
                    <a:pt x="3942569" y="1940460"/>
                    <a:pt x="3949810" y="1949604"/>
                    <a:pt x="3958954" y="1953414"/>
                  </a:cubicBezTo>
                  <a:cubicBezTo>
                    <a:pt x="3987719" y="1965225"/>
                    <a:pt x="4000103" y="1987895"/>
                    <a:pt x="4005437" y="2016470"/>
                  </a:cubicBezTo>
                  <a:cubicBezTo>
                    <a:pt x="4010390" y="2042571"/>
                    <a:pt x="4014582" y="2068670"/>
                    <a:pt x="4020296" y="2094579"/>
                  </a:cubicBezTo>
                  <a:cubicBezTo>
                    <a:pt x="4027154" y="2126202"/>
                    <a:pt x="4034584" y="2157637"/>
                    <a:pt x="4042967" y="2188880"/>
                  </a:cubicBezTo>
                  <a:cubicBezTo>
                    <a:pt x="4046587" y="2202405"/>
                    <a:pt x="4050777" y="2216693"/>
                    <a:pt x="4058207" y="2228315"/>
                  </a:cubicBezTo>
                  <a:cubicBezTo>
                    <a:pt x="4078782" y="2260891"/>
                    <a:pt x="4092688" y="2295754"/>
                    <a:pt x="4087164" y="2334045"/>
                  </a:cubicBezTo>
                  <a:cubicBezTo>
                    <a:pt x="4082782" y="2364716"/>
                    <a:pt x="4094022" y="2390435"/>
                    <a:pt x="4111549" y="2409486"/>
                  </a:cubicBezTo>
                  <a:cubicBezTo>
                    <a:pt x="4119503" y="2418155"/>
                    <a:pt x="4125016" y="2426977"/>
                    <a:pt x="4128650" y="2435913"/>
                  </a:cubicBezTo>
                  <a:lnTo>
                    <a:pt x="4134481" y="2463018"/>
                  </a:lnTo>
                  <a:lnTo>
                    <a:pt x="4125839" y="2518262"/>
                  </a:lnTo>
                  <a:lnTo>
                    <a:pt x="4125838" y="2518264"/>
                  </a:lnTo>
                  <a:cubicBezTo>
                    <a:pt x="4123171" y="2527790"/>
                    <a:pt x="4122027" y="2536457"/>
                    <a:pt x="4122194" y="2545006"/>
                  </a:cubicBezTo>
                  <a:lnTo>
                    <a:pt x="4122194" y="2545007"/>
                  </a:lnTo>
                  <a:cubicBezTo>
                    <a:pt x="4122360" y="2553556"/>
                    <a:pt x="4123837" y="2561986"/>
                    <a:pt x="4126408" y="2571035"/>
                  </a:cubicBezTo>
                  <a:cubicBezTo>
                    <a:pt x="4138410" y="2612946"/>
                    <a:pt x="4170987" y="2640951"/>
                    <a:pt x="4199563" y="2668002"/>
                  </a:cubicBezTo>
                  <a:cubicBezTo>
                    <a:pt x="4223947" y="2691055"/>
                    <a:pt x="4237663" y="2716964"/>
                    <a:pt x="4247953" y="2745349"/>
                  </a:cubicBezTo>
                  <a:lnTo>
                    <a:pt x="4247954" y="2745352"/>
                  </a:lnTo>
                  <a:lnTo>
                    <a:pt x="4253873" y="2778006"/>
                  </a:lnTo>
                  <a:lnTo>
                    <a:pt x="4253453" y="2785440"/>
                  </a:lnTo>
                  <a:lnTo>
                    <a:pt x="4243374" y="2811780"/>
                  </a:lnTo>
                  <a:lnTo>
                    <a:pt x="4243371" y="2811787"/>
                  </a:lnTo>
                  <a:lnTo>
                    <a:pt x="4243372" y="2811787"/>
                  </a:lnTo>
                  <a:lnTo>
                    <a:pt x="4243374" y="2811780"/>
                  </a:lnTo>
                  <a:lnTo>
                    <a:pt x="4253025" y="2793023"/>
                  </a:lnTo>
                  <a:lnTo>
                    <a:pt x="4253453" y="2785440"/>
                  </a:lnTo>
                  <a:lnTo>
                    <a:pt x="4254654" y="2782305"/>
                  </a:lnTo>
                  <a:lnTo>
                    <a:pt x="4253873" y="2778006"/>
                  </a:lnTo>
                  <a:lnTo>
                    <a:pt x="4254284" y="2770758"/>
                  </a:lnTo>
                  <a:lnTo>
                    <a:pt x="4247954" y="2745352"/>
                  </a:lnTo>
                  <a:lnTo>
                    <a:pt x="4247953" y="2745348"/>
                  </a:lnTo>
                  <a:cubicBezTo>
                    <a:pt x="4237663" y="2716963"/>
                    <a:pt x="4223947" y="2691054"/>
                    <a:pt x="4199563" y="2668001"/>
                  </a:cubicBezTo>
                  <a:cubicBezTo>
                    <a:pt x="4170987" y="2640950"/>
                    <a:pt x="4138410" y="2612945"/>
                    <a:pt x="4126408" y="2571034"/>
                  </a:cubicBezTo>
                  <a:lnTo>
                    <a:pt x="4122194" y="2545007"/>
                  </a:lnTo>
                  <a:lnTo>
                    <a:pt x="4125838" y="2518265"/>
                  </a:lnTo>
                  <a:lnTo>
                    <a:pt x="4125839" y="2518262"/>
                  </a:lnTo>
                  <a:lnTo>
                    <a:pt x="4132419" y="2490551"/>
                  </a:lnTo>
                  <a:lnTo>
                    <a:pt x="4134481" y="2463018"/>
                  </a:lnTo>
                  <a:lnTo>
                    <a:pt x="4134481" y="2463017"/>
                  </a:lnTo>
                  <a:cubicBezTo>
                    <a:pt x="4133600" y="2444777"/>
                    <a:pt x="4127457" y="2426822"/>
                    <a:pt x="4111549" y="2409485"/>
                  </a:cubicBezTo>
                  <a:cubicBezTo>
                    <a:pt x="4094022" y="2390434"/>
                    <a:pt x="4082782" y="2364715"/>
                    <a:pt x="4087164" y="2334044"/>
                  </a:cubicBezTo>
                  <a:cubicBezTo>
                    <a:pt x="4092688" y="2295753"/>
                    <a:pt x="4078782" y="2260890"/>
                    <a:pt x="4058207" y="2228314"/>
                  </a:cubicBezTo>
                  <a:cubicBezTo>
                    <a:pt x="4050777" y="2216692"/>
                    <a:pt x="4046587" y="2202404"/>
                    <a:pt x="4042967" y="2188879"/>
                  </a:cubicBezTo>
                  <a:cubicBezTo>
                    <a:pt x="4034584" y="2157636"/>
                    <a:pt x="4027154" y="2126201"/>
                    <a:pt x="4020296" y="2094578"/>
                  </a:cubicBezTo>
                  <a:cubicBezTo>
                    <a:pt x="4014582" y="2068669"/>
                    <a:pt x="4010390" y="2042570"/>
                    <a:pt x="4005437" y="2016469"/>
                  </a:cubicBezTo>
                  <a:cubicBezTo>
                    <a:pt x="4000103" y="1987894"/>
                    <a:pt x="3987719" y="1965224"/>
                    <a:pt x="3958954" y="1953413"/>
                  </a:cubicBezTo>
                  <a:cubicBezTo>
                    <a:pt x="3949810" y="1949603"/>
                    <a:pt x="3942569" y="1940459"/>
                    <a:pt x="3934949" y="1933219"/>
                  </a:cubicBezTo>
                  <a:cubicBezTo>
                    <a:pt x="3929425" y="1928076"/>
                    <a:pt x="3925233" y="1921216"/>
                    <a:pt x="3919519" y="1916454"/>
                  </a:cubicBezTo>
                  <a:cubicBezTo>
                    <a:pt x="3889418" y="1891497"/>
                    <a:pt x="3859129" y="1866922"/>
                    <a:pt x="3829028" y="1842158"/>
                  </a:cubicBezTo>
                  <a:cubicBezTo>
                    <a:pt x="3826170" y="1839679"/>
                    <a:pt x="3822741" y="1837013"/>
                    <a:pt x="3821407" y="1833775"/>
                  </a:cubicBezTo>
                  <a:cubicBezTo>
                    <a:pt x="3807501" y="1800246"/>
                    <a:pt x="3794358" y="1766335"/>
                    <a:pt x="3779686" y="1733188"/>
                  </a:cubicBezTo>
                  <a:cubicBezTo>
                    <a:pt x="3773972" y="1720423"/>
                    <a:pt x="3766924" y="1707279"/>
                    <a:pt x="3757018" y="1697753"/>
                  </a:cubicBezTo>
                  <a:cubicBezTo>
                    <a:pt x="3734538" y="1676036"/>
                    <a:pt x="3710152" y="1656223"/>
                    <a:pt x="3700436" y="1624980"/>
                  </a:cubicBezTo>
                  <a:cubicBezTo>
                    <a:pt x="3697580" y="1615836"/>
                    <a:pt x="3696055" y="1604978"/>
                    <a:pt x="3698532" y="1596213"/>
                  </a:cubicBezTo>
                  <a:close/>
                  <a:moveTo>
                    <a:pt x="3745230" y="1459073"/>
                  </a:moveTo>
                  <a:lnTo>
                    <a:pt x="3745229" y="1459074"/>
                  </a:lnTo>
                  <a:lnTo>
                    <a:pt x="3736012" y="1481572"/>
                  </a:lnTo>
                  <a:close/>
                  <a:moveTo>
                    <a:pt x="3764423" y="1268758"/>
                  </a:moveTo>
                  <a:cubicBezTo>
                    <a:pt x="3764875" y="1275402"/>
                    <a:pt x="3766447" y="1281689"/>
                    <a:pt x="3769590" y="1286070"/>
                  </a:cubicBezTo>
                  <a:cubicBezTo>
                    <a:pt x="3784163" y="1306930"/>
                    <a:pt x="3790403" y="1328553"/>
                    <a:pt x="3791927" y="1350628"/>
                  </a:cubicBezTo>
                  <a:lnTo>
                    <a:pt x="3786333" y="1413840"/>
                  </a:lnTo>
                  <a:lnTo>
                    <a:pt x="3791928" y="1350627"/>
                  </a:lnTo>
                  <a:cubicBezTo>
                    <a:pt x="3790403" y="1328552"/>
                    <a:pt x="3784164" y="1306930"/>
                    <a:pt x="3769590" y="1286069"/>
                  </a:cubicBezTo>
                  <a:close/>
                  <a:moveTo>
                    <a:pt x="3706152" y="773035"/>
                  </a:moveTo>
                  <a:lnTo>
                    <a:pt x="3706152" y="773036"/>
                  </a:lnTo>
                  <a:cubicBezTo>
                    <a:pt x="3708438" y="800277"/>
                    <a:pt x="3711676" y="827330"/>
                    <a:pt x="3714152" y="854380"/>
                  </a:cubicBezTo>
                  <a:cubicBezTo>
                    <a:pt x="3716438" y="878957"/>
                    <a:pt x="3717200" y="903723"/>
                    <a:pt x="3745205" y="915344"/>
                  </a:cubicBezTo>
                  <a:cubicBezTo>
                    <a:pt x="3749587" y="917060"/>
                    <a:pt x="3752825" y="922774"/>
                    <a:pt x="3755683" y="927156"/>
                  </a:cubicBezTo>
                  <a:cubicBezTo>
                    <a:pt x="3799691" y="994786"/>
                    <a:pt x="3798547" y="1030981"/>
                    <a:pt x="3752063" y="1097088"/>
                  </a:cubicBezTo>
                  <a:cubicBezTo>
                    <a:pt x="3747301" y="1103946"/>
                    <a:pt x="3743871" y="1118614"/>
                    <a:pt x="3747681" y="1123186"/>
                  </a:cubicBezTo>
                  <a:cubicBezTo>
                    <a:pt x="3763493" y="1142618"/>
                    <a:pt x="3770542" y="1162954"/>
                    <a:pt x="3772400" y="1184029"/>
                  </a:cubicBezTo>
                  <a:cubicBezTo>
                    <a:pt x="3770542" y="1162954"/>
                    <a:pt x="3763494" y="1142617"/>
                    <a:pt x="3747682" y="1123185"/>
                  </a:cubicBezTo>
                  <a:cubicBezTo>
                    <a:pt x="3743872" y="1118613"/>
                    <a:pt x="3747302" y="1103945"/>
                    <a:pt x="3752064" y="1097087"/>
                  </a:cubicBezTo>
                  <a:cubicBezTo>
                    <a:pt x="3798548" y="1030980"/>
                    <a:pt x="3799692" y="994785"/>
                    <a:pt x="3755684" y="927155"/>
                  </a:cubicBezTo>
                  <a:cubicBezTo>
                    <a:pt x="3752826" y="922773"/>
                    <a:pt x="3749588" y="917059"/>
                    <a:pt x="3745206" y="915343"/>
                  </a:cubicBezTo>
                  <a:cubicBezTo>
                    <a:pt x="3717200" y="903722"/>
                    <a:pt x="3716438" y="878956"/>
                    <a:pt x="3714152" y="854379"/>
                  </a:cubicBezTo>
                  <a:close/>
                  <a:moveTo>
                    <a:pt x="3761553" y="517851"/>
                  </a:moveTo>
                  <a:lnTo>
                    <a:pt x="3752635" y="556048"/>
                  </a:lnTo>
                  <a:cubicBezTo>
                    <a:pt x="3750539" y="564049"/>
                    <a:pt x="3745015" y="572623"/>
                    <a:pt x="3746157" y="580051"/>
                  </a:cubicBezTo>
                  <a:cubicBezTo>
                    <a:pt x="3749491" y="601579"/>
                    <a:pt x="3747062" y="622201"/>
                    <a:pt x="3742776" y="642538"/>
                  </a:cubicBezTo>
                  <a:lnTo>
                    <a:pt x="3730253" y="694928"/>
                  </a:lnTo>
                  <a:lnTo>
                    <a:pt x="3742777" y="642537"/>
                  </a:lnTo>
                  <a:cubicBezTo>
                    <a:pt x="3747063" y="622201"/>
                    <a:pt x="3749492" y="601578"/>
                    <a:pt x="3746158" y="580050"/>
                  </a:cubicBezTo>
                  <a:cubicBezTo>
                    <a:pt x="3745016" y="572622"/>
                    <a:pt x="3750540" y="564048"/>
                    <a:pt x="3752636" y="556047"/>
                  </a:cubicBezTo>
                  <a:close/>
                  <a:moveTo>
                    <a:pt x="3774848" y="298169"/>
                  </a:moveTo>
                  <a:lnTo>
                    <a:pt x="3760065" y="313534"/>
                  </a:lnTo>
                  <a:cubicBezTo>
                    <a:pt x="3755873" y="316390"/>
                    <a:pt x="3758159" y="330299"/>
                    <a:pt x="3759493" y="338871"/>
                  </a:cubicBezTo>
                  <a:lnTo>
                    <a:pt x="3759500" y="338900"/>
                  </a:lnTo>
                  <a:lnTo>
                    <a:pt x="3769400" y="395640"/>
                  </a:lnTo>
                  <a:lnTo>
                    <a:pt x="3765590" y="367328"/>
                  </a:lnTo>
                  <a:lnTo>
                    <a:pt x="3759500" y="338900"/>
                  </a:lnTo>
                  <a:lnTo>
                    <a:pt x="3759494" y="338870"/>
                  </a:lnTo>
                  <a:cubicBezTo>
                    <a:pt x="3758160" y="330298"/>
                    <a:pt x="3755874" y="316389"/>
                    <a:pt x="3760066" y="313533"/>
                  </a:cubicBezTo>
                  <a:close/>
                  <a:moveTo>
                    <a:pt x="3782393" y="281568"/>
                  </a:moveTo>
                  <a:lnTo>
                    <a:pt x="3777498" y="295415"/>
                  </a:lnTo>
                  <a:lnTo>
                    <a:pt x="3777499" y="295415"/>
                  </a:lnTo>
                  <a:close/>
                  <a:moveTo>
                    <a:pt x="3769073" y="24486"/>
                  </a:moveTo>
                  <a:lnTo>
                    <a:pt x="3766810" y="74129"/>
                  </a:lnTo>
                  <a:cubicBezTo>
                    <a:pt x="3767733" y="91492"/>
                    <a:pt x="3770043" y="108703"/>
                    <a:pt x="3772734" y="125861"/>
                  </a:cubicBezTo>
                  <a:lnTo>
                    <a:pt x="3777129" y="153387"/>
                  </a:lnTo>
                  <a:lnTo>
                    <a:pt x="3785402" y="228944"/>
                  </a:lnTo>
                  <a:lnTo>
                    <a:pt x="3780943" y="177271"/>
                  </a:lnTo>
                  <a:lnTo>
                    <a:pt x="3777129" y="153387"/>
                  </a:lnTo>
                  <a:lnTo>
                    <a:pt x="3776930" y="151569"/>
                  </a:lnTo>
                  <a:cubicBezTo>
                    <a:pt x="3772700" y="125876"/>
                    <a:pt x="3768195" y="100174"/>
                    <a:pt x="3766811" y="74129"/>
                  </a:cubicBezTo>
                  <a:close/>
                  <a:moveTo>
                    <a:pt x="3766492" y="0"/>
                  </a:moveTo>
                  <a:lnTo>
                    <a:pt x="4230600" y="0"/>
                  </a:lnTo>
                  <a:lnTo>
                    <a:pt x="4229473" y="2817"/>
                  </a:lnTo>
                  <a:cubicBezTo>
                    <a:pt x="4221092" y="21486"/>
                    <a:pt x="4218423" y="43012"/>
                    <a:pt x="4215375" y="63587"/>
                  </a:cubicBezTo>
                  <a:cubicBezTo>
                    <a:pt x="4209851" y="101308"/>
                    <a:pt x="4206421" y="139219"/>
                    <a:pt x="4201468" y="176939"/>
                  </a:cubicBezTo>
                  <a:cubicBezTo>
                    <a:pt x="4200325" y="184941"/>
                    <a:pt x="4198231" y="194085"/>
                    <a:pt x="4193466" y="200182"/>
                  </a:cubicBezTo>
                  <a:cubicBezTo>
                    <a:pt x="4161461" y="241901"/>
                    <a:pt x="4152508" y="292579"/>
                    <a:pt x="4155554" y="340774"/>
                  </a:cubicBezTo>
                  <a:cubicBezTo>
                    <a:pt x="4157843" y="378686"/>
                    <a:pt x="4159557" y="415835"/>
                    <a:pt x="4156319" y="453364"/>
                  </a:cubicBezTo>
                  <a:cubicBezTo>
                    <a:pt x="4156127" y="456222"/>
                    <a:pt x="4156509" y="460032"/>
                    <a:pt x="4158033" y="462126"/>
                  </a:cubicBezTo>
                  <a:cubicBezTo>
                    <a:pt x="4168129" y="475081"/>
                    <a:pt x="4168891" y="488607"/>
                    <a:pt x="4170605" y="505182"/>
                  </a:cubicBezTo>
                  <a:cubicBezTo>
                    <a:pt x="4173083" y="528615"/>
                    <a:pt x="4171367" y="550141"/>
                    <a:pt x="4167177" y="571860"/>
                  </a:cubicBezTo>
                  <a:cubicBezTo>
                    <a:pt x="4164129" y="587672"/>
                    <a:pt x="4157843" y="603673"/>
                    <a:pt x="4149840" y="617772"/>
                  </a:cubicBezTo>
                  <a:cubicBezTo>
                    <a:pt x="4138600" y="637392"/>
                    <a:pt x="4134220" y="656255"/>
                    <a:pt x="4149078" y="674923"/>
                  </a:cubicBezTo>
                  <a:cubicBezTo>
                    <a:pt x="4164891" y="695116"/>
                    <a:pt x="4159367" y="717977"/>
                    <a:pt x="4159937" y="740268"/>
                  </a:cubicBezTo>
                  <a:cubicBezTo>
                    <a:pt x="4160129" y="749982"/>
                    <a:pt x="4159747" y="760270"/>
                    <a:pt x="4162223" y="769605"/>
                  </a:cubicBezTo>
                  <a:cubicBezTo>
                    <a:pt x="4169273" y="796655"/>
                    <a:pt x="4179941" y="822756"/>
                    <a:pt x="4184703" y="850189"/>
                  </a:cubicBezTo>
                  <a:cubicBezTo>
                    <a:pt x="4187370" y="865430"/>
                    <a:pt x="4182607" y="882384"/>
                    <a:pt x="4179179" y="898198"/>
                  </a:cubicBezTo>
                  <a:cubicBezTo>
                    <a:pt x="4175559" y="914200"/>
                    <a:pt x="4170035" y="930011"/>
                    <a:pt x="4164319" y="945444"/>
                  </a:cubicBezTo>
                  <a:cubicBezTo>
                    <a:pt x="4160509" y="955920"/>
                    <a:pt x="4156889" y="967350"/>
                    <a:pt x="4150030" y="975733"/>
                  </a:cubicBezTo>
                  <a:cubicBezTo>
                    <a:pt x="4134410" y="994785"/>
                    <a:pt x="4131742" y="1014406"/>
                    <a:pt x="4139934" y="1036887"/>
                  </a:cubicBezTo>
                  <a:cubicBezTo>
                    <a:pt x="4141268" y="1040315"/>
                    <a:pt x="4141268" y="1044315"/>
                    <a:pt x="4141458" y="1048125"/>
                  </a:cubicBezTo>
                  <a:cubicBezTo>
                    <a:pt x="4145458" y="1109091"/>
                    <a:pt x="4147936" y="1170051"/>
                    <a:pt x="4154032" y="1230633"/>
                  </a:cubicBezTo>
                  <a:cubicBezTo>
                    <a:pt x="4156509" y="1255206"/>
                    <a:pt x="4167367" y="1278829"/>
                    <a:pt x="4174225" y="1303024"/>
                  </a:cubicBezTo>
                  <a:cubicBezTo>
                    <a:pt x="4175559" y="1307978"/>
                    <a:pt x="4177655" y="1313504"/>
                    <a:pt x="4176701" y="1318456"/>
                  </a:cubicBezTo>
                  <a:cubicBezTo>
                    <a:pt x="4167177" y="1372368"/>
                    <a:pt x="4181083" y="1422854"/>
                    <a:pt x="4199372" y="1472575"/>
                  </a:cubicBezTo>
                  <a:cubicBezTo>
                    <a:pt x="4201278" y="1477717"/>
                    <a:pt x="4200706" y="1484004"/>
                    <a:pt x="4200325" y="1489720"/>
                  </a:cubicBezTo>
                  <a:cubicBezTo>
                    <a:pt x="4198993" y="1505724"/>
                    <a:pt x="4192324" y="1523059"/>
                    <a:pt x="4196324" y="1537537"/>
                  </a:cubicBezTo>
                  <a:cubicBezTo>
                    <a:pt x="4207374" y="1576019"/>
                    <a:pt x="4220709" y="1614120"/>
                    <a:pt x="4237474" y="1650317"/>
                  </a:cubicBezTo>
                  <a:cubicBezTo>
                    <a:pt x="4254428" y="1687086"/>
                    <a:pt x="4268716" y="1721185"/>
                    <a:pt x="4251572" y="1763287"/>
                  </a:cubicBezTo>
                  <a:cubicBezTo>
                    <a:pt x="4244332" y="1781194"/>
                    <a:pt x="4249476" y="1804816"/>
                    <a:pt x="4251380" y="1825393"/>
                  </a:cubicBezTo>
                  <a:cubicBezTo>
                    <a:pt x="4252904" y="1840441"/>
                    <a:pt x="4261478" y="1854920"/>
                    <a:pt x="4261478" y="1869780"/>
                  </a:cubicBezTo>
                  <a:cubicBezTo>
                    <a:pt x="4261478" y="1909408"/>
                    <a:pt x="4271574" y="1944649"/>
                    <a:pt x="4292149" y="1978940"/>
                  </a:cubicBezTo>
                  <a:cubicBezTo>
                    <a:pt x="4300150" y="1992279"/>
                    <a:pt x="4294815" y="2013043"/>
                    <a:pt x="4296911" y="2030378"/>
                  </a:cubicBezTo>
                  <a:cubicBezTo>
                    <a:pt x="4299388" y="2048668"/>
                    <a:pt x="4301673" y="2067525"/>
                    <a:pt x="4307201" y="2085054"/>
                  </a:cubicBezTo>
                  <a:cubicBezTo>
                    <a:pt x="4321679" y="2130393"/>
                    <a:pt x="4338062" y="2175163"/>
                    <a:pt x="4353302" y="2220312"/>
                  </a:cubicBezTo>
                  <a:cubicBezTo>
                    <a:pt x="4365877" y="2257459"/>
                    <a:pt x="4355970" y="2294039"/>
                    <a:pt x="4350636" y="2330806"/>
                  </a:cubicBezTo>
                  <a:cubicBezTo>
                    <a:pt x="4347205" y="2353859"/>
                    <a:pt x="4339013" y="2375383"/>
                    <a:pt x="4351206" y="2401292"/>
                  </a:cubicBezTo>
                  <a:cubicBezTo>
                    <a:pt x="4362828" y="2426059"/>
                    <a:pt x="4360160" y="2457492"/>
                    <a:pt x="4366446" y="2485307"/>
                  </a:cubicBezTo>
                  <a:cubicBezTo>
                    <a:pt x="4371781" y="2508742"/>
                    <a:pt x="4380354" y="2531409"/>
                    <a:pt x="4388736" y="2554079"/>
                  </a:cubicBezTo>
                  <a:cubicBezTo>
                    <a:pt x="4400168" y="2584942"/>
                    <a:pt x="4412167" y="2615421"/>
                    <a:pt x="4406453" y="2649143"/>
                  </a:cubicBezTo>
                  <a:cubicBezTo>
                    <a:pt x="4399976" y="2687436"/>
                    <a:pt x="4424359" y="2713723"/>
                    <a:pt x="4440554" y="2743826"/>
                  </a:cubicBezTo>
                  <a:cubicBezTo>
                    <a:pt x="4451603" y="2764590"/>
                    <a:pt x="4459795" y="2787259"/>
                    <a:pt x="4466653" y="2809930"/>
                  </a:cubicBezTo>
                  <a:cubicBezTo>
                    <a:pt x="4475607" y="2840219"/>
                    <a:pt x="4480941" y="2871462"/>
                    <a:pt x="4489705" y="2901943"/>
                  </a:cubicBezTo>
                  <a:cubicBezTo>
                    <a:pt x="4502848" y="2948047"/>
                    <a:pt x="4513137" y="2994722"/>
                    <a:pt x="4505897" y="3042728"/>
                  </a:cubicBezTo>
                  <a:cubicBezTo>
                    <a:pt x="4502659" y="3064827"/>
                    <a:pt x="4502848" y="3085403"/>
                    <a:pt x="4507613" y="3107500"/>
                  </a:cubicBezTo>
                  <a:cubicBezTo>
                    <a:pt x="4515422" y="3143695"/>
                    <a:pt x="4516376" y="3180844"/>
                    <a:pt x="4545521" y="3209993"/>
                  </a:cubicBezTo>
                  <a:cubicBezTo>
                    <a:pt x="4555811" y="3220280"/>
                    <a:pt x="4558477" y="3238758"/>
                    <a:pt x="4563811" y="3253809"/>
                  </a:cubicBezTo>
                  <a:cubicBezTo>
                    <a:pt x="4570099" y="3271145"/>
                    <a:pt x="4566858" y="3283908"/>
                    <a:pt x="4548570" y="3293244"/>
                  </a:cubicBezTo>
                  <a:cubicBezTo>
                    <a:pt x="4540379" y="3297434"/>
                    <a:pt x="4532378" y="3309437"/>
                    <a:pt x="4531043" y="3318771"/>
                  </a:cubicBezTo>
                  <a:cubicBezTo>
                    <a:pt x="4527043" y="3346776"/>
                    <a:pt x="4532950" y="3372495"/>
                    <a:pt x="4545904" y="3399546"/>
                  </a:cubicBezTo>
                  <a:cubicBezTo>
                    <a:pt x="4558096" y="3424883"/>
                    <a:pt x="4556762" y="3456508"/>
                    <a:pt x="4561524" y="3485275"/>
                  </a:cubicBezTo>
                  <a:cubicBezTo>
                    <a:pt x="4564954" y="3505657"/>
                    <a:pt x="4572002" y="3526042"/>
                    <a:pt x="4572002" y="3546617"/>
                  </a:cubicBezTo>
                  <a:cubicBezTo>
                    <a:pt x="4572002" y="3572146"/>
                    <a:pt x="4565907" y="3597482"/>
                    <a:pt x="4563620" y="3623201"/>
                  </a:cubicBezTo>
                  <a:cubicBezTo>
                    <a:pt x="4561716" y="3643204"/>
                    <a:pt x="4562478" y="3663589"/>
                    <a:pt x="4560192" y="3683591"/>
                  </a:cubicBezTo>
                  <a:cubicBezTo>
                    <a:pt x="4558477" y="3699976"/>
                    <a:pt x="4554096" y="3716168"/>
                    <a:pt x="4550476" y="3732361"/>
                  </a:cubicBezTo>
                  <a:cubicBezTo>
                    <a:pt x="4549142" y="3738267"/>
                    <a:pt x="4543998" y="3744173"/>
                    <a:pt x="4544759" y="3749506"/>
                  </a:cubicBezTo>
                  <a:cubicBezTo>
                    <a:pt x="4552953" y="3802467"/>
                    <a:pt x="4516376" y="3840569"/>
                    <a:pt x="4500182" y="3885338"/>
                  </a:cubicBezTo>
                  <a:cubicBezTo>
                    <a:pt x="4483035" y="3932394"/>
                    <a:pt x="4456748" y="3977925"/>
                    <a:pt x="4464557" y="4030503"/>
                  </a:cubicBezTo>
                  <a:cubicBezTo>
                    <a:pt x="4469319" y="4062318"/>
                    <a:pt x="4480369" y="4092989"/>
                    <a:pt x="4487039" y="4124614"/>
                  </a:cubicBezTo>
                  <a:cubicBezTo>
                    <a:pt x="4489324" y="4135854"/>
                    <a:pt x="4488943" y="4148427"/>
                    <a:pt x="4486656" y="4159667"/>
                  </a:cubicBezTo>
                  <a:cubicBezTo>
                    <a:pt x="4476177" y="4213961"/>
                    <a:pt x="4474653" y="4267493"/>
                    <a:pt x="4491801" y="4320837"/>
                  </a:cubicBezTo>
                  <a:cubicBezTo>
                    <a:pt x="4494659" y="4329979"/>
                    <a:pt x="4497325" y="4339695"/>
                    <a:pt x="4497325" y="4349222"/>
                  </a:cubicBezTo>
                  <a:cubicBezTo>
                    <a:pt x="4497325" y="4401419"/>
                    <a:pt x="4493324" y="4452665"/>
                    <a:pt x="4474653" y="4502579"/>
                  </a:cubicBezTo>
                  <a:cubicBezTo>
                    <a:pt x="4468368" y="4519343"/>
                    <a:pt x="4472368" y="4539728"/>
                    <a:pt x="4470844" y="4558207"/>
                  </a:cubicBezTo>
                  <a:cubicBezTo>
                    <a:pt x="4469511" y="4575351"/>
                    <a:pt x="4468940" y="4592878"/>
                    <a:pt x="4464557" y="4609452"/>
                  </a:cubicBezTo>
                  <a:cubicBezTo>
                    <a:pt x="4458082" y="4633647"/>
                    <a:pt x="4457320" y="4656126"/>
                    <a:pt x="4463033" y="4681083"/>
                  </a:cubicBezTo>
                  <a:cubicBezTo>
                    <a:pt x="4468368" y="4704895"/>
                    <a:pt x="4465702" y="4730614"/>
                    <a:pt x="4465891" y="4755381"/>
                  </a:cubicBezTo>
                  <a:cubicBezTo>
                    <a:pt x="4466082" y="4783004"/>
                    <a:pt x="4466272" y="4810627"/>
                    <a:pt x="4465319" y="4838250"/>
                  </a:cubicBezTo>
                  <a:cubicBezTo>
                    <a:pt x="4464940" y="4849300"/>
                    <a:pt x="4457320" y="4861873"/>
                    <a:pt x="4460367" y="4871019"/>
                  </a:cubicBezTo>
                  <a:cubicBezTo>
                    <a:pt x="4470653" y="4900546"/>
                    <a:pt x="4458271" y="4930075"/>
                    <a:pt x="4463795" y="4959602"/>
                  </a:cubicBezTo>
                  <a:cubicBezTo>
                    <a:pt x="4466653" y="4974082"/>
                    <a:pt x="4458844" y="4990465"/>
                    <a:pt x="4458082" y="5006086"/>
                  </a:cubicBezTo>
                  <a:cubicBezTo>
                    <a:pt x="4456748" y="5031614"/>
                    <a:pt x="4457320" y="5057141"/>
                    <a:pt x="4456937" y="5082670"/>
                  </a:cubicBezTo>
                  <a:cubicBezTo>
                    <a:pt x="4456748" y="5091052"/>
                    <a:pt x="4455986" y="5099245"/>
                    <a:pt x="4455603" y="5107627"/>
                  </a:cubicBezTo>
                  <a:cubicBezTo>
                    <a:pt x="4455223" y="5115057"/>
                    <a:pt x="4453508" y="5122867"/>
                    <a:pt x="4454840" y="5129916"/>
                  </a:cubicBezTo>
                  <a:cubicBezTo>
                    <a:pt x="4459605" y="5155445"/>
                    <a:pt x="4467415" y="5180591"/>
                    <a:pt x="4470464" y="5206308"/>
                  </a:cubicBezTo>
                  <a:cubicBezTo>
                    <a:pt x="4473130" y="5228597"/>
                    <a:pt x="4469511" y="5251650"/>
                    <a:pt x="4471415" y="5274129"/>
                  </a:cubicBezTo>
                  <a:cubicBezTo>
                    <a:pt x="4474653" y="5313754"/>
                    <a:pt x="4480369" y="5353379"/>
                    <a:pt x="4483990" y="5393005"/>
                  </a:cubicBezTo>
                  <a:cubicBezTo>
                    <a:pt x="4484752" y="5401579"/>
                    <a:pt x="4479988" y="5410531"/>
                    <a:pt x="4479607" y="5419295"/>
                  </a:cubicBezTo>
                  <a:cubicBezTo>
                    <a:pt x="4478656" y="5446728"/>
                    <a:pt x="4478464" y="5474161"/>
                    <a:pt x="4477894" y="5501594"/>
                  </a:cubicBezTo>
                  <a:cubicBezTo>
                    <a:pt x="4477702" y="5517215"/>
                    <a:pt x="4478273" y="5533027"/>
                    <a:pt x="4476560" y="5548460"/>
                  </a:cubicBezTo>
                  <a:cubicBezTo>
                    <a:pt x="4474273" y="5568842"/>
                    <a:pt x="4470844" y="5587321"/>
                    <a:pt x="4485703" y="5606372"/>
                  </a:cubicBezTo>
                  <a:cubicBezTo>
                    <a:pt x="4508755" y="5635711"/>
                    <a:pt x="4499801" y="5673050"/>
                    <a:pt x="4505134" y="5706959"/>
                  </a:cubicBezTo>
                  <a:cubicBezTo>
                    <a:pt x="4506468" y="5715723"/>
                    <a:pt x="4506659" y="5724678"/>
                    <a:pt x="4508183" y="5733440"/>
                  </a:cubicBezTo>
                  <a:cubicBezTo>
                    <a:pt x="4511041" y="5749634"/>
                    <a:pt x="4514279" y="5765635"/>
                    <a:pt x="4517519" y="5781830"/>
                  </a:cubicBezTo>
                  <a:cubicBezTo>
                    <a:pt x="4518089" y="5784686"/>
                    <a:pt x="4518281" y="5787924"/>
                    <a:pt x="4519234" y="5790592"/>
                  </a:cubicBezTo>
                  <a:cubicBezTo>
                    <a:pt x="4527233" y="5815169"/>
                    <a:pt x="4536378" y="5839361"/>
                    <a:pt x="4542855" y="5864318"/>
                  </a:cubicBezTo>
                  <a:cubicBezTo>
                    <a:pt x="4546095" y="5876511"/>
                    <a:pt x="4546476" y="5890037"/>
                    <a:pt x="4544759" y="5902610"/>
                  </a:cubicBezTo>
                  <a:cubicBezTo>
                    <a:pt x="4539808" y="5939377"/>
                    <a:pt x="4537712" y="5975764"/>
                    <a:pt x="4544951" y="6012723"/>
                  </a:cubicBezTo>
                  <a:cubicBezTo>
                    <a:pt x="4547808" y="6027392"/>
                    <a:pt x="4543045" y="6043776"/>
                    <a:pt x="4541332" y="6059397"/>
                  </a:cubicBezTo>
                  <a:cubicBezTo>
                    <a:pt x="4536759" y="6096736"/>
                    <a:pt x="4531805" y="6134075"/>
                    <a:pt x="4527426" y="6171605"/>
                  </a:cubicBezTo>
                  <a:cubicBezTo>
                    <a:pt x="4524758" y="6195037"/>
                    <a:pt x="4523234" y="6218660"/>
                    <a:pt x="4520568" y="6242093"/>
                  </a:cubicBezTo>
                  <a:cubicBezTo>
                    <a:pt x="4517327" y="6269144"/>
                    <a:pt x="4512375" y="6296005"/>
                    <a:pt x="4509706" y="6323058"/>
                  </a:cubicBezTo>
                  <a:cubicBezTo>
                    <a:pt x="4506659" y="6353919"/>
                    <a:pt x="4506089" y="6384972"/>
                    <a:pt x="4502848" y="6415833"/>
                  </a:cubicBezTo>
                  <a:cubicBezTo>
                    <a:pt x="4496563" y="6472225"/>
                    <a:pt x="4489132" y="6528424"/>
                    <a:pt x="4482084" y="6584812"/>
                  </a:cubicBezTo>
                  <a:cubicBezTo>
                    <a:pt x="4475226" y="6639488"/>
                    <a:pt x="4469129" y="6694164"/>
                    <a:pt x="4460557" y="6748458"/>
                  </a:cubicBezTo>
                  <a:cubicBezTo>
                    <a:pt x="4456937" y="6771319"/>
                    <a:pt x="4447030" y="6793035"/>
                    <a:pt x="4441507" y="6815516"/>
                  </a:cubicBezTo>
                  <a:lnTo>
                    <a:pt x="4431806" y="6858001"/>
                  </a:lnTo>
                  <a:lnTo>
                    <a:pt x="4259554" y="6858001"/>
                  </a:lnTo>
                  <a:lnTo>
                    <a:pt x="4259554" y="6858002"/>
                  </a:lnTo>
                  <a:lnTo>
                    <a:pt x="0" y="6858002"/>
                  </a:lnTo>
                  <a:lnTo>
                    <a:pt x="0" y="2"/>
                  </a:lnTo>
                  <a:lnTo>
                    <a:pt x="3766492" y="1"/>
                  </a:lnTo>
                  <a:lnTo>
                    <a:pt x="3769210" y="21486"/>
                  </a:lnTo>
                  <a:close/>
                </a:path>
              </a:pathLst>
            </a:custGeom>
            <a:solidFill>
              <a:schemeClr val="tx1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C581DBC0-BDAF-15B6-C7C1-FA64712753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697284" y="-1"/>
              <a:ext cx="884241" cy="6858002"/>
              <a:chOff x="3697284" y="-1"/>
              <a:chExt cx="884241" cy="6858002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5D421995-829B-61AC-9CAA-0CC0B4FA314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-1"/>
                <a:ext cx="884241" cy="6858001"/>
                <a:chOff x="3697284" y="-1"/>
                <a:chExt cx="884241" cy="6858001"/>
              </a:xfrm>
              <a:solidFill>
                <a:srgbClr val="FFFFFF"/>
              </a:solidFill>
              <a:effectLst/>
            </p:grpSpPr>
            <p:sp>
              <p:nvSpPr>
                <p:cNvPr id="17" name="Freeform: Shape 16">
                  <a:extLst>
                    <a:ext uri="{FF2B5EF4-FFF2-40B4-BE49-F238E27FC236}">
                      <a16:creationId xmlns:a16="http://schemas.microsoft.com/office/drawing/2014/main" id="{ADB0EFD1-19B3-5158-EE69-B18E2B4E6CA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F41223C2-9A64-0C41-AF5F-862E7B9DD6A1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83F7A18-8AD9-A6A9-4A81-553833A97A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0"/>
                <a:ext cx="884241" cy="6858001"/>
                <a:chOff x="3697284" y="-1"/>
                <a:chExt cx="884241" cy="6858001"/>
              </a:xfrm>
              <a:blipFill>
                <a:blip r:embed="rId3">
                  <a:alphaModFix amt="57000"/>
                </a:blip>
                <a:tile tx="0" ty="0" sx="100000" sy="100000" flip="none" algn="tl"/>
              </a:blipFill>
              <a:effectLst/>
            </p:grpSpPr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35986DC8-F5C1-6207-2A6E-EBFF280B87A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Freeform: Shape 15">
                  <a:extLst>
                    <a:ext uri="{FF2B5EF4-FFF2-40B4-BE49-F238E27FC236}">
                      <a16:creationId xmlns:a16="http://schemas.microsoft.com/office/drawing/2014/main" id="{6D2D58DB-B846-96FA-79C1-D3D5A33A1B1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</p:grpSp>
      </p:grpSp>
      <p:pic>
        <p:nvPicPr>
          <p:cNvPr id="25" name="Picture 24" descr="A building with balconies and windows&#10;&#10;AI-generated content may be incorrect.">
            <a:extLst>
              <a:ext uri="{FF2B5EF4-FFF2-40B4-BE49-F238E27FC236}">
                <a16:creationId xmlns:a16="http://schemas.microsoft.com/office/drawing/2014/main" id="{AA431302-D2AD-FF04-992E-761FB88FF4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2409261" y="-1741726"/>
            <a:ext cx="4210050" cy="8599715"/>
          </a:xfrm>
          <a:prstGeom prst="rect">
            <a:avLst/>
          </a:prstGeom>
        </p:spPr>
      </p:pic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C9F3D391-5353-28A5-2111-63B72BD928A4}"/>
              </a:ext>
            </a:extLst>
          </p:cNvPr>
          <p:cNvSpPr/>
          <p:nvPr/>
        </p:nvSpPr>
        <p:spPr>
          <a:xfrm>
            <a:off x="7936710" y="-1"/>
            <a:ext cx="4255290" cy="6857990"/>
          </a:xfrm>
          <a:custGeom>
            <a:avLst/>
            <a:gdLst>
              <a:gd name="csX0" fmla="*/ 303288 w 4255290"/>
              <a:gd name="csY0" fmla="*/ 0 h 6857990"/>
              <a:gd name="csX1" fmla="*/ 4255290 w 4255290"/>
              <a:gd name="csY1" fmla="*/ 0 h 6857990"/>
              <a:gd name="csX2" fmla="*/ 4255290 w 4255290"/>
              <a:gd name="csY2" fmla="*/ 6857990 h 6857990"/>
              <a:gd name="csX3" fmla="*/ 554981 w 4255290"/>
              <a:gd name="csY3" fmla="*/ 6857990 h 6857990"/>
              <a:gd name="csX4" fmla="*/ 602453 w 4255290"/>
              <a:gd name="csY4" fmla="*/ 6704262 h 6857990"/>
              <a:gd name="csX5" fmla="*/ 635790 w 4255290"/>
              <a:gd name="csY5" fmla="*/ 6248401 h 6857990"/>
              <a:gd name="csX6" fmla="*/ 7140 w 4255290"/>
              <a:gd name="csY6" fmla="*/ 3943351 h 6857990"/>
              <a:gd name="csX7" fmla="*/ 1112040 w 4255290"/>
              <a:gd name="csY7" fmla="*/ 2038351 h 6857990"/>
              <a:gd name="csX8" fmla="*/ 426240 w 4255290"/>
              <a:gd name="csY8" fmla="*/ 685801 h 6857990"/>
              <a:gd name="csX9" fmla="*/ 303606 w 4255290"/>
              <a:gd name="csY9" fmla="*/ 21432 h 6857990"/>
              <a:gd name="csX10" fmla="*/ 303288 w 4255290"/>
              <a:gd name="csY10" fmla="*/ 0 h 68579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255290" h="6857990">
                <a:moveTo>
                  <a:pt x="303288" y="0"/>
                </a:moveTo>
                <a:lnTo>
                  <a:pt x="4255290" y="0"/>
                </a:lnTo>
                <a:lnTo>
                  <a:pt x="4255290" y="6857990"/>
                </a:lnTo>
                <a:lnTo>
                  <a:pt x="554981" y="6857990"/>
                </a:lnTo>
                <a:lnTo>
                  <a:pt x="602453" y="6704262"/>
                </a:lnTo>
                <a:cubicBezTo>
                  <a:pt x="640156" y="6559154"/>
                  <a:pt x="661190" y="6406357"/>
                  <a:pt x="635790" y="6248401"/>
                </a:cubicBezTo>
                <a:cubicBezTo>
                  <a:pt x="534190" y="5616576"/>
                  <a:pt x="-72235" y="4645026"/>
                  <a:pt x="7140" y="3943351"/>
                </a:cubicBezTo>
                <a:cubicBezTo>
                  <a:pt x="86515" y="3241676"/>
                  <a:pt x="1042190" y="2581276"/>
                  <a:pt x="1112040" y="2038351"/>
                </a:cubicBezTo>
                <a:cubicBezTo>
                  <a:pt x="1181890" y="1495426"/>
                  <a:pt x="543715" y="1104901"/>
                  <a:pt x="426240" y="685801"/>
                </a:cubicBezTo>
                <a:cubicBezTo>
                  <a:pt x="367503" y="476251"/>
                  <a:pt x="316703" y="234951"/>
                  <a:pt x="303606" y="21432"/>
                </a:cubicBezTo>
                <a:lnTo>
                  <a:pt x="303288" y="0"/>
                </a:lnTo>
                <a:close/>
              </a:path>
            </a:pathLst>
          </a:cu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086F6B7-49C9-8B00-F3B0-21F7CFE887EC}"/>
              </a:ext>
            </a:extLst>
          </p:cNvPr>
          <p:cNvSpPr txBox="1"/>
          <p:nvPr/>
        </p:nvSpPr>
        <p:spPr>
          <a:xfrm>
            <a:off x="1583176" y="2872372"/>
            <a:ext cx="51219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800" dirty="0">
                <a:solidFill>
                  <a:schemeClr val="accent5">
                    <a:lumMod val="75000"/>
                  </a:schemeClr>
                </a:solidFill>
                <a:latin typeface="Aptos ExtraBold" panose="020B0004020202020204" pitchFamily="34" charset="0"/>
              </a:rPr>
              <a:t>Bran</a:t>
            </a:r>
            <a:r>
              <a:rPr lang="en-US" sz="8800" dirty="0">
                <a:solidFill>
                  <a:schemeClr val="bg1"/>
                </a:solidFill>
                <a:latin typeface="Aptos ExtraBold" panose="020B0004020202020204" pitchFamily="34" charset="0"/>
              </a:rPr>
              <a:t>ches</a:t>
            </a:r>
            <a:endParaRPr lang="en-US" sz="2800" dirty="0">
              <a:solidFill>
                <a:schemeClr val="bg1"/>
              </a:solidFill>
              <a:latin typeface="Aptos ExtraBold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71331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5">
                <a:lumMod val="40000"/>
                <a:lumOff val="60000"/>
              </a:schemeClr>
            </a:gs>
            <a:gs pos="46000">
              <a:schemeClr val="accent5">
                <a:lumMod val="95000"/>
                <a:lumOff val="5000"/>
              </a:schemeClr>
            </a:gs>
            <a:gs pos="100000">
              <a:schemeClr val="accent5">
                <a:lumMod val="60000"/>
              </a:schemeClr>
            </a:gs>
          </a:gsLst>
          <a:path path="circle">
            <a:fillToRect l="50000" t="130000" r="50000" b="-3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0927A4-43FB-C03E-2576-05FFB8CF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F7512897-AE67-648D-B631-1B487295D99B}"/>
              </a:ext>
            </a:extLst>
          </p:cNvPr>
          <p:cNvSpPr/>
          <p:nvPr/>
        </p:nvSpPr>
        <p:spPr>
          <a:xfrm>
            <a:off x="4076700" y="-1"/>
            <a:ext cx="4977376" cy="6857990"/>
          </a:xfrm>
          <a:custGeom>
            <a:avLst/>
            <a:gdLst>
              <a:gd name="csX0" fmla="*/ 0 w 4977376"/>
              <a:gd name="csY0" fmla="*/ 0 h 6857990"/>
              <a:gd name="csX1" fmla="*/ 4163298 w 4977376"/>
              <a:gd name="csY1" fmla="*/ 0 h 6857990"/>
              <a:gd name="csX2" fmla="*/ 4163616 w 4977376"/>
              <a:gd name="csY2" fmla="*/ 21432 h 6857990"/>
              <a:gd name="csX3" fmla="*/ 4286250 w 4977376"/>
              <a:gd name="csY3" fmla="*/ 685801 h 6857990"/>
              <a:gd name="csX4" fmla="*/ 4972050 w 4977376"/>
              <a:gd name="csY4" fmla="*/ 2038351 h 6857990"/>
              <a:gd name="csX5" fmla="*/ 3867150 w 4977376"/>
              <a:gd name="csY5" fmla="*/ 3943351 h 6857990"/>
              <a:gd name="csX6" fmla="*/ 4495800 w 4977376"/>
              <a:gd name="csY6" fmla="*/ 6248401 h 6857990"/>
              <a:gd name="csX7" fmla="*/ 4462463 w 4977376"/>
              <a:gd name="csY7" fmla="*/ 6704262 h 6857990"/>
              <a:gd name="csX8" fmla="*/ 4414991 w 4977376"/>
              <a:gd name="csY8" fmla="*/ 6857990 h 6857990"/>
              <a:gd name="csX9" fmla="*/ 0 w 4977376"/>
              <a:gd name="csY9" fmla="*/ 6857990 h 6857990"/>
              <a:gd name="csX10" fmla="*/ 0 w 4977376"/>
              <a:gd name="csY10" fmla="*/ 0 h 68579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977376" h="6857990">
                <a:moveTo>
                  <a:pt x="0" y="0"/>
                </a:moveTo>
                <a:lnTo>
                  <a:pt x="4163298" y="0"/>
                </a:lnTo>
                <a:lnTo>
                  <a:pt x="4163616" y="21432"/>
                </a:lnTo>
                <a:cubicBezTo>
                  <a:pt x="4176713" y="234951"/>
                  <a:pt x="4227513" y="476251"/>
                  <a:pt x="4286250" y="685801"/>
                </a:cubicBezTo>
                <a:cubicBezTo>
                  <a:pt x="4403725" y="1104901"/>
                  <a:pt x="5041900" y="1495426"/>
                  <a:pt x="4972050" y="2038351"/>
                </a:cubicBezTo>
                <a:cubicBezTo>
                  <a:pt x="4902200" y="2581276"/>
                  <a:pt x="3946525" y="3241676"/>
                  <a:pt x="3867150" y="3943351"/>
                </a:cubicBezTo>
                <a:cubicBezTo>
                  <a:pt x="3787775" y="4645026"/>
                  <a:pt x="4394200" y="5616576"/>
                  <a:pt x="4495800" y="6248401"/>
                </a:cubicBezTo>
                <a:cubicBezTo>
                  <a:pt x="4521200" y="6406357"/>
                  <a:pt x="4500166" y="6559154"/>
                  <a:pt x="4462463" y="6704262"/>
                </a:cubicBezTo>
                <a:lnTo>
                  <a:pt x="4414991" y="6857990"/>
                </a:lnTo>
                <a:lnTo>
                  <a:pt x="0" y="685799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45776A6-C958-4B1E-8798-6FDCF5C791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49" r="13593"/>
          <a:stretch>
            <a:fillRect/>
          </a:stretch>
        </p:blipFill>
        <p:spPr>
          <a:xfrm>
            <a:off x="-8832421" y="-1"/>
            <a:ext cx="8309429" cy="685799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81BFD0B-4576-421D-F9C5-0E90C0AA2B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-1"/>
            <a:ext cx="4581527" cy="6858002"/>
            <a:chOff x="-2" y="-1"/>
            <a:chExt cx="4581527" cy="6858002"/>
          </a:xfrm>
          <a:effectLst>
            <a:outerShdw blurRad="381000" dist="50800" algn="ctr" rotWithShape="0">
              <a:srgbClr val="000000">
                <a:alpha val="10000"/>
              </a:srgbClr>
            </a:outerShdw>
          </a:effectLst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026440B-8A52-801E-2ABC-823025D6CF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2" y="-1"/>
              <a:ext cx="4572002" cy="6858002"/>
            </a:xfrm>
            <a:custGeom>
              <a:avLst/>
              <a:gdLst>
                <a:gd name="connsiteX0" fmla="*/ 4214994 w 4572002"/>
                <a:gd name="connsiteY0" fmla="*/ 6564620 h 6858002"/>
                <a:gd name="connsiteX1" fmla="*/ 4214994 w 4572002"/>
                <a:gd name="connsiteY1" fmla="*/ 6564621 h 6858002"/>
                <a:gd name="connsiteX2" fmla="*/ 4237474 w 4572002"/>
                <a:gd name="connsiteY2" fmla="*/ 6588626 h 6858002"/>
                <a:gd name="connsiteX3" fmla="*/ 4254096 w 4572002"/>
                <a:gd name="connsiteY3" fmla="*/ 6625225 h 6858002"/>
                <a:gd name="connsiteX4" fmla="*/ 4247001 w 4572002"/>
                <a:gd name="connsiteY4" fmla="*/ 6662540 h 6858002"/>
                <a:gd name="connsiteX5" fmla="*/ 4247000 w 4572002"/>
                <a:gd name="connsiteY5" fmla="*/ 6662541 h 6858002"/>
                <a:gd name="connsiteX6" fmla="*/ 4246999 w 4572002"/>
                <a:gd name="connsiteY6" fmla="*/ 6662544 h 6858002"/>
                <a:gd name="connsiteX7" fmla="*/ 4235550 w 4572002"/>
                <a:gd name="connsiteY7" fmla="*/ 6683027 h 6858002"/>
                <a:gd name="connsiteX8" fmla="*/ 4232403 w 4572002"/>
                <a:gd name="connsiteY8" fmla="*/ 6702976 h 6858002"/>
                <a:gd name="connsiteX9" fmla="*/ 4232403 w 4572002"/>
                <a:gd name="connsiteY9" fmla="*/ 6702977 h 6858002"/>
                <a:gd name="connsiteX10" fmla="*/ 4246238 w 4572002"/>
                <a:gd name="connsiteY10" fmla="*/ 6742553 h 6858002"/>
                <a:gd name="connsiteX11" fmla="*/ 4246239 w 4572002"/>
                <a:gd name="connsiteY11" fmla="*/ 6742555 h 6858002"/>
                <a:gd name="connsiteX12" fmla="*/ 4265716 w 4572002"/>
                <a:gd name="connsiteY12" fmla="*/ 6812062 h 6858002"/>
                <a:gd name="connsiteX13" fmla="*/ 4265717 w 4572002"/>
                <a:gd name="connsiteY13" fmla="*/ 6812064 h 6858002"/>
                <a:gd name="connsiteX14" fmla="*/ 4265717 w 4572002"/>
                <a:gd name="connsiteY14" fmla="*/ 6812063 h 6858002"/>
                <a:gd name="connsiteX15" fmla="*/ 4265716 w 4572002"/>
                <a:gd name="connsiteY15" fmla="*/ 6812062 h 6858002"/>
                <a:gd name="connsiteX16" fmla="*/ 4260942 w 4572002"/>
                <a:gd name="connsiteY16" fmla="*/ 6776800 h 6858002"/>
                <a:gd name="connsiteX17" fmla="*/ 4246239 w 4572002"/>
                <a:gd name="connsiteY17" fmla="*/ 6742555 h 6858002"/>
                <a:gd name="connsiteX18" fmla="*/ 4246238 w 4572002"/>
                <a:gd name="connsiteY18" fmla="*/ 6742552 h 6858002"/>
                <a:gd name="connsiteX19" fmla="*/ 4232403 w 4572002"/>
                <a:gd name="connsiteY19" fmla="*/ 6702976 h 6858002"/>
                <a:gd name="connsiteX20" fmla="*/ 4246999 w 4572002"/>
                <a:gd name="connsiteY20" fmla="*/ 6662544 h 6858002"/>
                <a:gd name="connsiteX21" fmla="*/ 4247000 w 4572002"/>
                <a:gd name="connsiteY21" fmla="*/ 6662542 h 6858002"/>
                <a:gd name="connsiteX22" fmla="*/ 4247001 w 4572002"/>
                <a:gd name="connsiteY22" fmla="*/ 6662540 h 6858002"/>
                <a:gd name="connsiteX23" fmla="*/ 4254084 w 4572002"/>
                <a:gd name="connsiteY23" fmla="*/ 6645552 h 6858002"/>
                <a:gd name="connsiteX24" fmla="*/ 4254096 w 4572002"/>
                <a:gd name="connsiteY24" fmla="*/ 6625225 h 6858002"/>
                <a:gd name="connsiteX25" fmla="*/ 4254096 w 4572002"/>
                <a:gd name="connsiteY25" fmla="*/ 6625224 h 6858002"/>
                <a:gd name="connsiteX26" fmla="*/ 4237474 w 4572002"/>
                <a:gd name="connsiteY26" fmla="*/ 6588625 h 6858002"/>
                <a:gd name="connsiteX27" fmla="*/ 4295315 w 4572002"/>
                <a:gd name="connsiteY27" fmla="*/ 6438981 h 6858002"/>
                <a:gd name="connsiteX28" fmla="*/ 4275385 w 4572002"/>
                <a:gd name="connsiteY28" fmla="*/ 6463840 h 6858002"/>
                <a:gd name="connsiteX29" fmla="*/ 4275382 w 4572002"/>
                <a:gd name="connsiteY29" fmla="*/ 6463849 h 6858002"/>
                <a:gd name="connsiteX30" fmla="*/ 4261587 w 4572002"/>
                <a:gd name="connsiteY30" fmla="*/ 6513012 h 6858002"/>
                <a:gd name="connsiteX31" fmla="*/ 4242781 w 4572002"/>
                <a:gd name="connsiteY31" fmla="*/ 6546194 h 6858002"/>
                <a:gd name="connsiteX32" fmla="*/ 4242781 w 4572002"/>
                <a:gd name="connsiteY32" fmla="*/ 6546195 h 6858002"/>
                <a:gd name="connsiteX33" fmla="*/ 4259120 w 4572002"/>
                <a:gd name="connsiteY33" fmla="*/ 6521804 h 6858002"/>
                <a:gd name="connsiteX34" fmla="*/ 4261587 w 4572002"/>
                <a:gd name="connsiteY34" fmla="*/ 6513012 h 6858002"/>
                <a:gd name="connsiteX35" fmla="*/ 4264398 w 4572002"/>
                <a:gd name="connsiteY35" fmla="*/ 6508052 h 6858002"/>
                <a:gd name="connsiteX36" fmla="*/ 4275382 w 4572002"/>
                <a:gd name="connsiteY36" fmla="*/ 6463849 h 6858002"/>
                <a:gd name="connsiteX37" fmla="*/ 4275385 w 4572002"/>
                <a:gd name="connsiteY37" fmla="*/ 6463841 h 6858002"/>
                <a:gd name="connsiteX38" fmla="*/ 4295315 w 4572002"/>
                <a:gd name="connsiteY38" fmla="*/ 6438981 h 6858002"/>
                <a:gd name="connsiteX39" fmla="*/ 4381289 w 4572002"/>
                <a:gd name="connsiteY39" fmla="*/ 6365204 h 6858002"/>
                <a:gd name="connsiteX40" fmla="*/ 4380008 w 4572002"/>
                <a:gd name="connsiteY40" fmla="*/ 6387910 h 6858002"/>
                <a:gd name="connsiteX41" fmla="*/ 4378243 w 4572002"/>
                <a:gd name="connsiteY41" fmla="*/ 6391549 h 6858002"/>
                <a:gd name="connsiteX42" fmla="*/ 4370589 w 4572002"/>
                <a:gd name="connsiteY42" fmla="*/ 6407332 h 6858002"/>
                <a:gd name="connsiteX43" fmla="*/ 4370589 w 4572002"/>
                <a:gd name="connsiteY43" fmla="*/ 6407333 h 6858002"/>
                <a:gd name="connsiteX44" fmla="*/ 4378243 w 4572002"/>
                <a:gd name="connsiteY44" fmla="*/ 6391549 h 6858002"/>
                <a:gd name="connsiteX45" fmla="*/ 4380008 w 4572002"/>
                <a:gd name="connsiteY45" fmla="*/ 6387910 h 6858002"/>
                <a:gd name="connsiteX46" fmla="*/ 4142220 w 4572002"/>
                <a:gd name="connsiteY46" fmla="*/ 4221391 h 6858002"/>
                <a:gd name="connsiteX47" fmla="*/ 4142220 w 4572002"/>
                <a:gd name="connsiteY47" fmla="*/ 4221392 h 6858002"/>
                <a:gd name="connsiteX48" fmla="*/ 4147936 w 4572002"/>
                <a:gd name="connsiteY48" fmla="*/ 4253015 h 6858002"/>
                <a:gd name="connsiteX49" fmla="*/ 4187752 w 4572002"/>
                <a:gd name="connsiteY49" fmla="*/ 4324646 h 6858002"/>
                <a:gd name="connsiteX50" fmla="*/ 4196706 w 4572002"/>
                <a:gd name="connsiteY50" fmla="*/ 4363891 h 6858002"/>
                <a:gd name="connsiteX51" fmla="*/ 4195944 w 4572002"/>
                <a:gd name="connsiteY51" fmla="*/ 4482004 h 6858002"/>
                <a:gd name="connsiteX52" fmla="*/ 4135934 w 4572002"/>
                <a:gd name="connsiteY52" fmla="*/ 4659174 h 6858002"/>
                <a:gd name="connsiteX53" fmla="*/ 4127932 w 4572002"/>
                <a:gd name="connsiteY53" fmla="*/ 4677655 h 6858002"/>
                <a:gd name="connsiteX54" fmla="*/ 4118025 w 4572002"/>
                <a:gd name="connsiteY54" fmla="*/ 4767764 h 6858002"/>
                <a:gd name="connsiteX55" fmla="*/ 4116716 w 4572002"/>
                <a:gd name="connsiteY55" fmla="*/ 4800483 h 6858002"/>
                <a:gd name="connsiteX56" fmla="*/ 4116716 w 4572002"/>
                <a:gd name="connsiteY56" fmla="*/ 4800484 h 6858002"/>
                <a:gd name="connsiteX57" fmla="*/ 4131552 w 4572002"/>
                <a:gd name="connsiteY57" fmla="*/ 4828917 h 6858002"/>
                <a:gd name="connsiteX58" fmla="*/ 4153733 w 4572002"/>
                <a:gd name="connsiteY58" fmla="*/ 4863343 h 6858002"/>
                <a:gd name="connsiteX59" fmla="*/ 4161262 w 4572002"/>
                <a:gd name="connsiteY59" fmla="*/ 4889275 h 6858002"/>
                <a:gd name="connsiteX60" fmla="*/ 4159557 w 4572002"/>
                <a:gd name="connsiteY60" fmla="*/ 4912168 h 6858002"/>
                <a:gd name="connsiteX61" fmla="*/ 4158155 w 4572002"/>
                <a:gd name="connsiteY61" fmla="*/ 4933804 h 6858002"/>
                <a:gd name="connsiteX62" fmla="*/ 4158155 w 4572002"/>
                <a:gd name="connsiteY62" fmla="*/ 4933805 h 6858002"/>
                <a:gd name="connsiteX63" fmla="*/ 4162914 w 4572002"/>
                <a:gd name="connsiteY63" fmla="*/ 4952673 h 6858002"/>
                <a:gd name="connsiteX64" fmla="*/ 4165707 w 4572002"/>
                <a:gd name="connsiteY64" fmla="*/ 4957454 h 6858002"/>
                <a:gd name="connsiteX65" fmla="*/ 4166985 w 4572002"/>
                <a:gd name="connsiteY65" fmla="*/ 4961456 h 6858002"/>
                <a:gd name="connsiteX66" fmla="*/ 4182989 w 4572002"/>
                <a:gd name="connsiteY66" fmla="*/ 4987038 h 6858002"/>
                <a:gd name="connsiteX67" fmla="*/ 4209468 w 4572002"/>
                <a:gd name="connsiteY67" fmla="*/ 5041522 h 6858002"/>
                <a:gd name="connsiteX68" fmla="*/ 4216684 w 4572002"/>
                <a:gd name="connsiteY68" fmla="*/ 5072376 h 6858002"/>
                <a:gd name="connsiteX69" fmla="*/ 4222587 w 4572002"/>
                <a:gd name="connsiteY69" fmla="*/ 5087441 h 6858002"/>
                <a:gd name="connsiteX70" fmla="*/ 4235615 w 4572002"/>
                <a:gd name="connsiteY70" fmla="*/ 5133220 h 6858002"/>
                <a:gd name="connsiteX71" fmla="*/ 4235616 w 4572002"/>
                <a:gd name="connsiteY71" fmla="*/ 5133225 h 6858002"/>
                <a:gd name="connsiteX72" fmla="*/ 4228901 w 4572002"/>
                <a:gd name="connsiteY72" fmla="*/ 5166113 h 6858002"/>
                <a:gd name="connsiteX73" fmla="*/ 4228901 w 4572002"/>
                <a:gd name="connsiteY73" fmla="*/ 5166114 h 6858002"/>
                <a:gd name="connsiteX74" fmla="*/ 4229593 w 4572002"/>
                <a:gd name="connsiteY74" fmla="*/ 5172091 h 6858002"/>
                <a:gd name="connsiteX75" fmla="*/ 4232139 w 4572002"/>
                <a:gd name="connsiteY75" fmla="*/ 5179068 h 6858002"/>
                <a:gd name="connsiteX76" fmla="*/ 4231973 w 4572002"/>
                <a:gd name="connsiteY76" fmla="*/ 5229434 h 6858002"/>
                <a:gd name="connsiteX77" fmla="*/ 4225669 w 4572002"/>
                <a:gd name="connsiteY77" fmla="*/ 5241089 h 6858002"/>
                <a:gd name="connsiteX78" fmla="*/ 4208517 w 4572002"/>
                <a:gd name="connsiteY78" fmla="*/ 5272796 h 6858002"/>
                <a:gd name="connsiteX79" fmla="*/ 4184613 w 4572002"/>
                <a:gd name="connsiteY79" fmla="*/ 5312288 h 6858002"/>
                <a:gd name="connsiteX80" fmla="*/ 4183557 w 4572002"/>
                <a:gd name="connsiteY80" fmla="*/ 5321350 h 6858002"/>
                <a:gd name="connsiteX81" fmla="*/ 4181083 w 4572002"/>
                <a:gd name="connsiteY81" fmla="*/ 5326163 h 6858002"/>
                <a:gd name="connsiteX82" fmla="*/ 4179637 w 4572002"/>
                <a:gd name="connsiteY82" fmla="*/ 5355014 h 6858002"/>
                <a:gd name="connsiteX83" fmla="*/ 4179637 w 4572002"/>
                <a:gd name="connsiteY83" fmla="*/ 5355015 h 6858002"/>
                <a:gd name="connsiteX84" fmla="*/ 4184513 w 4572002"/>
                <a:gd name="connsiteY84" fmla="*/ 5385385 h 6858002"/>
                <a:gd name="connsiteX85" fmla="*/ 4192704 w 4572002"/>
                <a:gd name="connsiteY85" fmla="*/ 5425583 h 6858002"/>
                <a:gd name="connsiteX86" fmla="*/ 4204327 w 4572002"/>
                <a:gd name="connsiteY86" fmla="*/ 5480638 h 6858002"/>
                <a:gd name="connsiteX87" fmla="*/ 4208850 w 4572002"/>
                <a:gd name="connsiteY87" fmla="*/ 5507668 h 6858002"/>
                <a:gd name="connsiteX88" fmla="*/ 4198232 w 4572002"/>
                <a:gd name="connsiteY88" fmla="*/ 5531692 h 6858002"/>
                <a:gd name="connsiteX89" fmla="*/ 4198231 w 4572002"/>
                <a:gd name="connsiteY89" fmla="*/ 5531693 h 6858002"/>
                <a:gd name="connsiteX90" fmla="*/ 4188085 w 4572002"/>
                <a:gd name="connsiteY90" fmla="*/ 5547578 h 6858002"/>
                <a:gd name="connsiteX91" fmla="*/ 4188085 w 4572002"/>
                <a:gd name="connsiteY91" fmla="*/ 5547579 h 6858002"/>
                <a:gd name="connsiteX92" fmla="*/ 4197659 w 4572002"/>
                <a:gd name="connsiteY92" fmla="*/ 5562747 h 6858002"/>
                <a:gd name="connsiteX93" fmla="*/ 4268907 w 4572002"/>
                <a:gd name="connsiteY93" fmla="*/ 5704484 h 6858002"/>
                <a:gd name="connsiteX94" fmla="*/ 4274812 w 4572002"/>
                <a:gd name="connsiteY94" fmla="*/ 5740489 h 6858002"/>
                <a:gd name="connsiteX95" fmla="*/ 4283578 w 4572002"/>
                <a:gd name="connsiteY95" fmla="*/ 5760874 h 6858002"/>
                <a:gd name="connsiteX96" fmla="*/ 4371973 w 4572002"/>
                <a:gd name="connsiteY96" fmla="*/ 5883752 h 6858002"/>
                <a:gd name="connsiteX97" fmla="*/ 4371974 w 4572002"/>
                <a:gd name="connsiteY97" fmla="*/ 5883757 h 6858002"/>
                <a:gd name="connsiteX98" fmla="*/ 4389877 w 4572002"/>
                <a:gd name="connsiteY98" fmla="*/ 5935946 h 6858002"/>
                <a:gd name="connsiteX99" fmla="*/ 4389878 w 4572002"/>
                <a:gd name="connsiteY99" fmla="*/ 5935950 h 6858002"/>
                <a:gd name="connsiteX100" fmla="*/ 4386259 w 4572002"/>
                <a:gd name="connsiteY100" fmla="*/ 5993290 h 6858002"/>
                <a:gd name="connsiteX101" fmla="*/ 4386259 w 4572002"/>
                <a:gd name="connsiteY101" fmla="*/ 5993291 h 6858002"/>
                <a:gd name="connsiteX102" fmla="*/ 4379782 w 4572002"/>
                <a:gd name="connsiteY102" fmla="*/ 6026440 h 6858002"/>
                <a:gd name="connsiteX103" fmla="*/ 4323583 w 4572002"/>
                <a:gd name="connsiteY103" fmla="*/ 6108738 h 6858002"/>
                <a:gd name="connsiteX104" fmla="*/ 4309890 w 4572002"/>
                <a:gd name="connsiteY104" fmla="*/ 6133314 h 6858002"/>
                <a:gd name="connsiteX105" fmla="*/ 4309890 w 4572002"/>
                <a:gd name="connsiteY105" fmla="*/ 6133315 h 6858002"/>
                <a:gd name="connsiteX106" fmla="*/ 4313591 w 4572002"/>
                <a:gd name="connsiteY106" fmla="*/ 6143190 h 6858002"/>
                <a:gd name="connsiteX107" fmla="*/ 4325486 w 4572002"/>
                <a:gd name="connsiteY107" fmla="*/ 6155600 h 6858002"/>
                <a:gd name="connsiteX108" fmla="*/ 4325488 w 4572002"/>
                <a:gd name="connsiteY108" fmla="*/ 6155603 h 6858002"/>
                <a:gd name="connsiteX109" fmla="*/ 4364160 w 4572002"/>
                <a:gd name="connsiteY109" fmla="*/ 6228757 h 6858002"/>
                <a:gd name="connsiteX110" fmla="*/ 4381497 w 4572002"/>
                <a:gd name="connsiteY110" fmla="*/ 6361540 h 6858002"/>
                <a:gd name="connsiteX111" fmla="*/ 4381497 w 4572002"/>
                <a:gd name="connsiteY111" fmla="*/ 6361539 h 6858002"/>
                <a:gd name="connsiteX112" fmla="*/ 4364160 w 4572002"/>
                <a:gd name="connsiteY112" fmla="*/ 6228756 h 6858002"/>
                <a:gd name="connsiteX113" fmla="*/ 4325488 w 4572002"/>
                <a:gd name="connsiteY113" fmla="*/ 6155602 h 6858002"/>
                <a:gd name="connsiteX114" fmla="*/ 4325486 w 4572002"/>
                <a:gd name="connsiteY114" fmla="*/ 6155600 h 6858002"/>
                <a:gd name="connsiteX115" fmla="*/ 4309890 w 4572002"/>
                <a:gd name="connsiteY115" fmla="*/ 6133315 h 6858002"/>
                <a:gd name="connsiteX116" fmla="*/ 4323583 w 4572002"/>
                <a:gd name="connsiteY116" fmla="*/ 6108739 h 6858002"/>
                <a:gd name="connsiteX117" fmla="*/ 4379782 w 4572002"/>
                <a:gd name="connsiteY117" fmla="*/ 6026441 h 6858002"/>
                <a:gd name="connsiteX118" fmla="*/ 4386259 w 4572002"/>
                <a:gd name="connsiteY118" fmla="*/ 5993292 h 6858002"/>
                <a:gd name="connsiteX119" fmla="*/ 4386259 w 4572002"/>
                <a:gd name="connsiteY119" fmla="*/ 5993290 h 6858002"/>
                <a:gd name="connsiteX120" fmla="*/ 4389712 w 4572002"/>
                <a:gd name="connsiteY120" fmla="*/ 5964477 h 6858002"/>
                <a:gd name="connsiteX121" fmla="*/ 4389878 w 4572002"/>
                <a:gd name="connsiteY121" fmla="*/ 5935950 h 6858002"/>
                <a:gd name="connsiteX122" fmla="*/ 4389878 w 4572002"/>
                <a:gd name="connsiteY122" fmla="*/ 5935949 h 6858002"/>
                <a:gd name="connsiteX123" fmla="*/ 4389877 w 4572002"/>
                <a:gd name="connsiteY123" fmla="*/ 5935946 h 6858002"/>
                <a:gd name="connsiteX124" fmla="*/ 4382997 w 4572002"/>
                <a:gd name="connsiteY124" fmla="*/ 5909351 h 6858002"/>
                <a:gd name="connsiteX125" fmla="*/ 4371974 w 4572002"/>
                <a:gd name="connsiteY125" fmla="*/ 5883757 h 6858002"/>
                <a:gd name="connsiteX126" fmla="*/ 4371973 w 4572002"/>
                <a:gd name="connsiteY126" fmla="*/ 5883751 h 6858002"/>
                <a:gd name="connsiteX127" fmla="*/ 4283578 w 4572002"/>
                <a:gd name="connsiteY127" fmla="*/ 5760873 h 6858002"/>
                <a:gd name="connsiteX128" fmla="*/ 4274812 w 4572002"/>
                <a:gd name="connsiteY128" fmla="*/ 5740488 h 6858002"/>
                <a:gd name="connsiteX129" fmla="*/ 4268907 w 4572002"/>
                <a:gd name="connsiteY129" fmla="*/ 5704483 h 6858002"/>
                <a:gd name="connsiteX130" fmla="*/ 4197659 w 4572002"/>
                <a:gd name="connsiteY130" fmla="*/ 5562746 h 6858002"/>
                <a:gd name="connsiteX131" fmla="*/ 4188085 w 4572002"/>
                <a:gd name="connsiteY131" fmla="*/ 5547578 h 6858002"/>
                <a:gd name="connsiteX132" fmla="*/ 4198231 w 4572002"/>
                <a:gd name="connsiteY132" fmla="*/ 5531694 h 6858002"/>
                <a:gd name="connsiteX133" fmla="*/ 4198232 w 4572002"/>
                <a:gd name="connsiteY133" fmla="*/ 5531692 h 6858002"/>
                <a:gd name="connsiteX134" fmla="*/ 4206630 w 4572002"/>
                <a:gd name="connsiteY134" fmla="*/ 5520422 h 6858002"/>
                <a:gd name="connsiteX135" fmla="*/ 4208850 w 4572002"/>
                <a:gd name="connsiteY135" fmla="*/ 5507668 h 6858002"/>
                <a:gd name="connsiteX136" fmla="*/ 4208850 w 4572002"/>
                <a:gd name="connsiteY136" fmla="*/ 5507667 h 6858002"/>
                <a:gd name="connsiteX137" fmla="*/ 4204327 w 4572002"/>
                <a:gd name="connsiteY137" fmla="*/ 5480637 h 6858002"/>
                <a:gd name="connsiteX138" fmla="*/ 4192704 w 4572002"/>
                <a:gd name="connsiteY138" fmla="*/ 5425582 h 6858002"/>
                <a:gd name="connsiteX139" fmla="*/ 4184513 w 4572002"/>
                <a:gd name="connsiteY139" fmla="*/ 5385384 h 6858002"/>
                <a:gd name="connsiteX140" fmla="*/ 4179637 w 4572002"/>
                <a:gd name="connsiteY140" fmla="*/ 5355014 h 6858002"/>
                <a:gd name="connsiteX141" fmla="*/ 4183557 w 4572002"/>
                <a:gd name="connsiteY141" fmla="*/ 5321350 h 6858002"/>
                <a:gd name="connsiteX142" fmla="*/ 4208517 w 4572002"/>
                <a:gd name="connsiteY142" fmla="*/ 5272797 h 6858002"/>
                <a:gd name="connsiteX143" fmla="*/ 4225669 w 4572002"/>
                <a:gd name="connsiteY143" fmla="*/ 5241089 h 6858002"/>
                <a:gd name="connsiteX144" fmla="*/ 4231973 w 4572002"/>
                <a:gd name="connsiteY144" fmla="*/ 5229433 h 6858002"/>
                <a:gd name="connsiteX145" fmla="*/ 4232139 w 4572002"/>
                <a:gd name="connsiteY145" fmla="*/ 5179068 h 6858002"/>
                <a:gd name="connsiteX146" fmla="*/ 4232139 w 4572002"/>
                <a:gd name="connsiteY146" fmla="*/ 5179067 h 6858002"/>
                <a:gd name="connsiteX147" fmla="*/ 4229593 w 4572002"/>
                <a:gd name="connsiteY147" fmla="*/ 5172090 h 6858002"/>
                <a:gd name="connsiteX148" fmla="*/ 4228901 w 4572002"/>
                <a:gd name="connsiteY148" fmla="*/ 5166114 h 6858002"/>
                <a:gd name="connsiteX149" fmla="*/ 4235616 w 4572002"/>
                <a:gd name="connsiteY149" fmla="*/ 5133225 h 6858002"/>
                <a:gd name="connsiteX150" fmla="*/ 4235616 w 4572002"/>
                <a:gd name="connsiteY150" fmla="*/ 5133224 h 6858002"/>
                <a:gd name="connsiteX151" fmla="*/ 4235615 w 4572002"/>
                <a:gd name="connsiteY151" fmla="*/ 5133220 h 6858002"/>
                <a:gd name="connsiteX152" fmla="*/ 4228473 w 4572002"/>
                <a:gd name="connsiteY152" fmla="*/ 5102461 h 6858002"/>
                <a:gd name="connsiteX153" fmla="*/ 4222587 w 4572002"/>
                <a:gd name="connsiteY153" fmla="*/ 5087441 h 6858002"/>
                <a:gd name="connsiteX154" fmla="*/ 4222582 w 4572002"/>
                <a:gd name="connsiteY154" fmla="*/ 5087423 h 6858002"/>
                <a:gd name="connsiteX155" fmla="*/ 4209468 w 4572002"/>
                <a:gd name="connsiteY155" fmla="*/ 5041521 h 6858002"/>
                <a:gd name="connsiteX156" fmla="*/ 4182989 w 4572002"/>
                <a:gd name="connsiteY156" fmla="*/ 4987037 h 6858002"/>
                <a:gd name="connsiteX157" fmla="*/ 4165707 w 4572002"/>
                <a:gd name="connsiteY157" fmla="*/ 4957454 h 6858002"/>
                <a:gd name="connsiteX158" fmla="*/ 4158155 w 4572002"/>
                <a:gd name="connsiteY158" fmla="*/ 4933805 h 6858002"/>
                <a:gd name="connsiteX159" fmla="*/ 4159557 w 4572002"/>
                <a:gd name="connsiteY159" fmla="*/ 4912169 h 6858002"/>
                <a:gd name="connsiteX160" fmla="*/ 4161262 w 4572002"/>
                <a:gd name="connsiteY160" fmla="*/ 4889276 h 6858002"/>
                <a:gd name="connsiteX161" fmla="*/ 4161262 w 4572002"/>
                <a:gd name="connsiteY161" fmla="*/ 4889275 h 6858002"/>
                <a:gd name="connsiteX162" fmla="*/ 4156484 w 4572002"/>
                <a:gd name="connsiteY162" fmla="*/ 4867614 h 6858002"/>
                <a:gd name="connsiteX163" fmla="*/ 4153733 w 4572002"/>
                <a:gd name="connsiteY163" fmla="*/ 4863343 h 6858002"/>
                <a:gd name="connsiteX164" fmla="*/ 4151983 w 4572002"/>
                <a:gd name="connsiteY164" fmla="*/ 4857317 h 6858002"/>
                <a:gd name="connsiteX165" fmla="*/ 4131552 w 4572002"/>
                <a:gd name="connsiteY165" fmla="*/ 4828916 h 6858002"/>
                <a:gd name="connsiteX166" fmla="*/ 4116716 w 4572002"/>
                <a:gd name="connsiteY166" fmla="*/ 4800483 h 6858002"/>
                <a:gd name="connsiteX167" fmla="*/ 4118025 w 4572002"/>
                <a:gd name="connsiteY167" fmla="*/ 4767765 h 6858002"/>
                <a:gd name="connsiteX168" fmla="*/ 4127932 w 4572002"/>
                <a:gd name="connsiteY168" fmla="*/ 4677656 h 6858002"/>
                <a:gd name="connsiteX169" fmla="*/ 4135934 w 4572002"/>
                <a:gd name="connsiteY169" fmla="*/ 4659175 h 6858002"/>
                <a:gd name="connsiteX170" fmla="*/ 4195944 w 4572002"/>
                <a:gd name="connsiteY170" fmla="*/ 4482005 h 6858002"/>
                <a:gd name="connsiteX171" fmla="*/ 4196706 w 4572002"/>
                <a:gd name="connsiteY171" fmla="*/ 4363891 h 6858002"/>
                <a:gd name="connsiteX172" fmla="*/ 4196706 w 4572002"/>
                <a:gd name="connsiteY172" fmla="*/ 4363890 h 6858002"/>
                <a:gd name="connsiteX173" fmla="*/ 4187752 w 4572002"/>
                <a:gd name="connsiteY173" fmla="*/ 4324645 h 6858002"/>
                <a:gd name="connsiteX174" fmla="*/ 4147936 w 4572002"/>
                <a:gd name="connsiteY174" fmla="*/ 4253014 h 6858002"/>
                <a:gd name="connsiteX175" fmla="*/ 4211111 w 4572002"/>
                <a:gd name="connsiteY175" fmla="*/ 2836172 h 6858002"/>
                <a:gd name="connsiteX176" fmla="*/ 4202421 w 4572002"/>
                <a:gd name="connsiteY176" fmla="*/ 2848793 h 6858002"/>
                <a:gd name="connsiteX177" fmla="*/ 4186816 w 4572002"/>
                <a:gd name="connsiteY177" fmla="*/ 2897785 h 6858002"/>
                <a:gd name="connsiteX178" fmla="*/ 4185787 w 4572002"/>
                <a:gd name="connsiteY178" fmla="*/ 2903551 h 6858002"/>
                <a:gd name="connsiteX179" fmla="*/ 4182513 w 4572002"/>
                <a:gd name="connsiteY179" fmla="*/ 2914328 h 6858002"/>
                <a:gd name="connsiteX180" fmla="*/ 4177882 w 4572002"/>
                <a:gd name="connsiteY180" fmla="*/ 2947858 h 6858002"/>
                <a:gd name="connsiteX181" fmla="*/ 4177881 w 4572002"/>
                <a:gd name="connsiteY181" fmla="*/ 2947862 h 6858002"/>
                <a:gd name="connsiteX182" fmla="*/ 4177881 w 4572002"/>
                <a:gd name="connsiteY182" fmla="*/ 2947863 h 6858002"/>
                <a:gd name="connsiteX183" fmla="*/ 4181465 w 4572002"/>
                <a:gd name="connsiteY183" fmla="*/ 2982149 h 6858002"/>
                <a:gd name="connsiteX184" fmla="*/ 4193158 w 4572002"/>
                <a:gd name="connsiteY184" fmla="*/ 3077402 h 6858002"/>
                <a:gd name="connsiteX185" fmla="*/ 4180703 w 4572002"/>
                <a:gd name="connsiteY185" fmla="*/ 3172654 h 6858002"/>
                <a:gd name="connsiteX186" fmla="*/ 4133076 w 4572002"/>
                <a:gd name="connsiteY186" fmla="*/ 3489467 h 6858002"/>
                <a:gd name="connsiteX187" fmla="*/ 4110977 w 4572002"/>
                <a:gd name="connsiteY187" fmla="*/ 3544713 h 6858002"/>
                <a:gd name="connsiteX188" fmla="*/ 4093355 w 4572002"/>
                <a:gd name="connsiteY188" fmla="*/ 3574408 h 6858002"/>
                <a:gd name="connsiteX189" fmla="*/ 4093355 w 4572002"/>
                <a:gd name="connsiteY189" fmla="*/ 3574409 h 6858002"/>
                <a:gd name="connsiteX190" fmla="*/ 4105453 w 4572002"/>
                <a:gd name="connsiteY190" fmla="*/ 3606818 h 6858002"/>
                <a:gd name="connsiteX191" fmla="*/ 4118979 w 4572002"/>
                <a:gd name="connsiteY191" fmla="*/ 3630633 h 6858002"/>
                <a:gd name="connsiteX192" fmla="*/ 4136708 w 4572002"/>
                <a:gd name="connsiteY192" fmla="*/ 3654416 h 6858002"/>
                <a:gd name="connsiteX193" fmla="*/ 4140382 w 4572002"/>
                <a:gd name="connsiteY193" fmla="*/ 3668940 h 6858002"/>
                <a:gd name="connsiteX194" fmla="*/ 4143220 w 4572002"/>
                <a:gd name="connsiteY194" fmla="*/ 3680164 h 6858002"/>
                <a:gd name="connsiteX195" fmla="*/ 4139172 w 4572002"/>
                <a:gd name="connsiteY195" fmla="*/ 3734837 h 6858002"/>
                <a:gd name="connsiteX196" fmla="*/ 4139172 w 4572002"/>
                <a:gd name="connsiteY196" fmla="*/ 3734838 h 6858002"/>
                <a:gd name="connsiteX197" fmla="*/ 4139554 w 4572002"/>
                <a:gd name="connsiteY197" fmla="*/ 3754653 h 6858002"/>
                <a:gd name="connsiteX198" fmla="*/ 4145911 w 4572002"/>
                <a:gd name="connsiteY198" fmla="*/ 3789776 h 6858002"/>
                <a:gd name="connsiteX199" fmla="*/ 4130980 w 4572002"/>
                <a:gd name="connsiteY199" fmla="*/ 3822472 h 6858002"/>
                <a:gd name="connsiteX200" fmla="*/ 4116645 w 4572002"/>
                <a:gd name="connsiteY200" fmla="*/ 3852619 h 6858002"/>
                <a:gd name="connsiteX201" fmla="*/ 4116645 w 4572002"/>
                <a:gd name="connsiteY201" fmla="*/ 3852620 h 6858002"/>
                <a:gd name="connsiteX202" fmla="*/ 4117425 w 4572002"/>
                <a:gd name="connsiteY202" fmla="*/ 3868764 h 6858002"/>
                <a:gd name="connsiteX203" fmla="*/ 4126028 w 4572002"/>
                <a:gd name="connsiteY203" fmla="*/ 3885337 h 6858002"/>
                <a:gd name="connsiteX204" fmla="*/ 4126028 w 4572002"/>
                <a:gd name="connsiteY204" fmla="*/ 3885339 h 6858002"/>
                <a:gd name="connsiteX205" fmla="*/ 4148409 w 4572002"/>
                <a:gd name="connsiteY205" fmla="*/ 3923125 h 6858002"/>
                <a:gd name="connsiteX206" fmla="*/ 4157913 w 4572002"/>
                <a:gd name="connsiteY206" fmla="*/ 3962160 h 6858002"/>
                <a:gd name="connsiteX207" fmla="*/ 4142221 w 4572002"/>
                <a:gd name="connsiteY207" fmla="*/ 4043838 h 6858002"/>
                <a:gd name="connsiteX208" fmla="*/ 4142220 w 4572002"/>
                <a:gd name="connsiteY208" fmla="*/ 4043839 h 6858002"/>
                <a:gd name="connsiteX209" fmla="*/ 4127099 w 4572002"/>
                <a:gd name="connsiteY209" fmla="*/ 4103825 h 6858002"/>
                <a:gd name="connsiteX210" fmla="*/ 4127099 w 4572002"/>
                <a:gd name="connsiteY210" fmla="*/ 4103826 h 6858002"/>
                <a:gd name="connsiteX211" fmla="*/ 4129066 w 4572002"/>
                <a:gd name="connsiteY211" fmla="*/ 4134256 h 6858002"/>
                <a:gd name="connsiteX212" fmla="*/ 4138410 w 4572002"/>
                <a:gd name="connsiteY212" fmla="*/ 4165382 h 6858002"/>
                <a:gd name="connsiteX213" fmla="*/ 4138410 w 4572002"/>
                <a:gd name="connsiteY213" fmla="*/ 4165384 h 6858002"/>
                <a:gd name="connsiteX214" fmla="*/ 4142315 w 4572002"/>
                <a:gd name="connsiteY214" fmla="*/ 4192388 h 6858002"/>
                <a:gd name="connsiteX215" fmla="*/ 4142315 w 4572002"/>
                <a:gd name="connsiteY215" fmla="*/ 4192387 h 6858002"/>
                <a:gd name="connsiteX216" fmla="*/ 4138410 w 4572002"/>
                <a:gd name="connsiteY216" fmla="*/ 4165383 h 6858002"/>
                <a:gd name="connsiteX217" fmla="*/ 4138410 w 4572002"/>
                <a:gd name="connsiteY217" fmla="*/ 4165382 h 6858002"/>
                <a:gd name="connsiteX218" fmla="*/ 4127099 w 4572002"/>
                <a:gd name="connsiteY218" fmla="*/ 4103826 h 6858002"/>
                <a:gd name="connsiteX219" fmla="*/ 4142220 w 4572002"/>
                <a:gd name="connsiteY219" fmla="*/ 4043840 h 6858002"/>
                <a:gd name="connsiteX220" fmla="*/ 4142221 w 4572002"/>
                <a:gd name="connsiteY220" fmla="*/ 4043838 h 6858002"/>
                <a:gd name="connsiteX221" fmla="*/ 4155523 w 4572002"/>
                <a:gd name="connsiteY221" fmla="*/ 4002410 h 6858002"/>
                <a:gd name="connsiteX222" fmla="*/ 4157913 w 4572002"/>
                <a:gd name="connsiteY222" fmla="*/ 3962160 h 6858002"/>
                <a:gd name="connsiteX223" fmla="*/ 4157913 w 4572002"/>
                <a:gd name="connsiteY223" fmla="*/ 3962159 h 6858002"/>
                <a:gd name="connsiteX224" fmla="*/ 4126028 w 4572002"/>
                <a:gd name="connsiteY224" fmla="*/ 3885338 h 6858002"/>
                <a:gd name="connsiteX225" fmla="*/ 4126028 w 4572002"/>
                <a:gd name="connsiteY225" fmla="*/ 3885337 h 6858002"/>
                <a:gd name="connsiteX226" fmla="*/ 4116645 w 4572002"/>
                <a:gd name="connsiteY226" fmla="*/ 3852620 h 6858002"/>
                <a:gd name="connsiteX227" fmla="*/ 4130980 w 4572002"/>
                <a:gd name="connsiteY227" fmla="*/ 3822473 h 6858002"/>
                <a:gd name="connsiteX228" fmla="*/ 4145911 w 4572002"/>
                <a:gd name="connsiteY228" fmla="*/ 3789777 h 6858002"/>
                <a:gd name="connsiteX229" fmla="*/ 4145911 w 4572002"/>
                <a:gd name="connsiteY229" fmla="*/ 3789776 h 6858002"/>
                <a:gd name="connsiteX230" fmla="*/ 4139554 w 4572002"/>
                <a:gd name="connsiteY230" fmla="*/ 3754652 h 6858002"/>
                <a:gd name="connsiteX231" fmla="*/ 4139172 w 4572002"/>
                <a:gd name="connsiteY231" fmla="*/ 3734838 h 6858002"/>
                <a:gd name="connsiteX232" fmla="*/ 4143220 w 4572002"/>
                <a:gd name="connsiteY232" fmla="*/ 3680164 h 6858002"/>
                <a:gd name="connsiteX233" fmla="*/ 4143220 w 4572002"/>
                <a:gd name="connsiteY233" fmla="*/ 3680163 h 6858002"/>
                <a:gd name="connsiteX234" fmla="*/ 4140382 w 4572002"/>
                <a:gd name="connsiteY234" fmla="*/ 3668940 h 6858002"/>
                <a:gd name="connsiteX235" fmla="*/ 4136708 w 4572002"/>
                <a:gd name="connsiteY235" fmla="*/ 3654416 h 6858002"/>
                <a:gd name="connsiteX236" fmla="*/ 4136708 w 4572002"/>
                <a:gd name="connsiteY236" fmla="*/ 3654416 h 6858002"/>
                <a:gd name="connsiteX237" fmla="*/ 4136708 w 4572002"/>
                <a:gd name="connsiteY237" fmla="*/ 3654415 h 6858002"/>
                <a:gd name="connsiteX238" fmla="*/ 4118979 w 4572002"/>
                <a:gd name="connsiteY238" fmla="*/ 3630632 h 6858002"/>
                <a:gd name="connsiteX239" fmla="*/ 4105453 w 4572002"/>
                <a:gd name="connsiteY239" fmla="*/ 3606817 h 6858002"/>
                <a:gd name="connsiteX240" fmla="*/ 4095707 w 4572002"/>
                <a:gd name="connsiteY240" fmla="*/ 3587174 h 6858002"/>
                <a:gd name="connsiteX241" fmla="*/ 4093355 w 4572002"/>
                <a:gd name="connsiteY241" fmla="*/ 3574408 h 6858002"/>
                <a:gd name="connsiteX242" fmla="*/ 4098434 w 4572002"/>
                <a:gd name="connsiteY242" fmla="*/ 3562321 h 6858002"/>
                <a:gd name="connsiteX243" fmla="*/ 4110977 w 4572002"/>
                <a:gd name="connsiteY243" fmla="*/ 3544714 h 6858002"/>
                <a:gd name="connsiteX244" fmla="*/ 4133076 w 4572002"/>
                <a:gd name="connsiteY244" fmla="*/ 3489468 h 6858002"/>
                <a:gd name="connsiteX245" fmla="*/ 4180703 w 4572002"/>
                <a:gd name="connsiteY245" fmla="*/ 3172655 h 6858002"/>
                <a:gd name="connsiteX246" fmla="*/ 4193158 w 4572002"/>
                <a:gd name="connsiteY246" fmla="*/ 3077402 h 6858002"/>
                <a:gd name="connsiteX247" fmla="*/ 4193158 w 4572002"/>
                <a:gd name="connsiteY247" fmla="*/ 3077401 h 6858002"/>
                <a:gd name="connsiteX248" fmla="*/ 4181465 w 4572002"/>
                <a:gd name="connsiteY248" fmla="*/ 2982148 h 6858002"/>
                <a:gd name="connsiteX249" fmla="*/ 4177881 w 4572002"/>
                <a:gd name="connsiteY249" fmla="*/ 2947863 h 6858002"/>
                <a:gd name="connsiteX250" fmla="*/ 4177882 w 4572002"/>
                <a:gd name="connsiteY250" fmla="*/ 2947858 h 6858002"/>
                <a:gd name="connsiteX251" fmla="*/ 4185787 w 4572002"/>
                <a:gd name="connsiteY251" fmla="*/ 2903551 h 6858002"/>
                <a:gd name="connsiteX252" fmla="*/ 4202421 w 4572002"/>
                <a:gd name="connsiteY252" fmla="*/ 2848794 h 6858002"/>
                <a:gd name="connsiteX253" fmla="*/ 4211111 w 4572002"/>
                <a:gd name="connsiteY253" fmla="*/ 2836173 h 6858002"/>
                <a:gd name="connsiteX254" fmla="*/ 3726625 w 4572002"/>
                <a:gd name="connsiteY254" fmla="*/ 1508458 h 6858002"/>
                <a:gd name="connsiteX255" fmla="*/ 3698531 w 4572002"/>
                <a:gd name="connsiteY255" fmla="*/ 1596214 h 6858002"/>
                <a:gd name="connsiteX256" fmla="*/ 3700436 w 4572002"/>
                <a:gd name="connsiteY256" fmla="*/ 1624981 h 6858002"/>
                <a:gd name="connsiteX257" fmla="*/ 3757017 w 4572002"/>
                <a:gd name="connsiteY257" fmla="*/ 1697754 h 6858002"/>
                <a:gd name="connsiteX258" fmla="*/ 3779686 w 4572002"/>
                <a:gd name="connsiteY258" fmla="*/ 1733189 h 6858002"/>
                <a:gd name="connsiteX259" fmla="*/ 3821407 w 4572002"/>
                <a:gd name="connsiteY259" fmla="*/ 1833776 h 6858002"/>
                <a:gd name="connsiteX260" fmla="*/ 3829028 w 4572002"/>
                <a:gd name="connsiteY260" fmla="*/ 1842159 h 6858002"/>
                <a:gd name="connsiteX261" fmla="*/ 3919519 w 4572002"/>
                <a:gd name="connsiteY261" fmla="*/ 1916455 h 6858002"/>
                <a:gd name="connsiteX262" fmla="*/ 3934949 w 4572002"/>
                <a:gd name="connsiteY262" fmla="*/ 1933220 h 6858002"/>
                <a:gd name="connsiteX263" fmla="*/ 3958954 w 4572002"/>
                <a:gd name="connsiteY263" fmla="*/ 1953414 h 6858002"/>
                <a:gd name="connsiteX264" fmla="*/ 4005437 w 4572002"/>
                <a:gd name="connsiteY264" fmla="*/ 2016470 h 6858002"/>
                <a:gd name="connsiteX265" fmla="*/ 4020296 w 4572002"/>
                <a:gd name="connsiteY265" fmla="*/ 2094579 h 6858002"/>
                <a:gd name="connsiteX266" fmla="*/ 4042967 w 4572002"/>
                <a:gd name="connsiteY266" fmla="*/ 2188880 h 6858002"/>
                <a:gd name="connsiteX267" fmla="*/ 4058207 w 4572002"/>
                <a:gd name="connsiteY267" fmla="*/ 2228315 h 6858002"/>
                <a:gd name="connsiteX268" fmla="*/ 4087164 w 4572002"/>
                <a:gd name="connsiteY268" fmla="*/ 2334045 h 6858002"/>
                <a:gd name="connsiteX269" fmla="*/ 4111549 w 4572002"/>
                <a:gd name="connsiteY269" fmla="*/ 2409486 h 6858002"/>
                <a:gd name="connsiteX270" fmla="*/ 4128650 w 4572002"/>
                <a:gd name="connsiteY270" fmla="*/ 2435913 h 6858002"/>
                <a:gd name="connsiteX271" fmla="*/ 4134481 w 4572002"/>
                <a:gd name="connsiteY271" fmla="*/ 2463018 h 6858002"/>
                <a:gd name="connsiteX272" fmla="*/ 4125839 w 4572002"/>
                <a:gd name="connsiteY272" fmla="*/ 2518262 h 6858002"/>
                <a:gd name="connsiteX273" fmla="*/ 4125838 w 4572002"/>
                <a:gd name="connsiteY273" fmla="*/ 2518264 h 6858002"/>
                <a:gd name="connsiteX274" fmla="*/ 4122194 w 4572002"/>
                <a:gd name="connsiteY274" fmla="*/ 2545006 h 6858002"/>
                <a:gd name="connsiteX275" fmla="*/ 4122194 w 4572002"/>
                <a:gd name="connsiteY275" fmla="*/ 2545007 h 6858002"/>
                <a:gd name="connsiteX276" fmla="*/ 4126408 w 4572002"/>
                <a:gd name="connsiteY276" fmla="*/ 2571035 h 6858002"/>
                <a:gd name="connsiteX277" fmla="*/ 4199563 w 4572002"/>
                <a:gd name="connsiteY277" fmla="*/ 2668002 h 6858002"/>
                <a:gd name="connsiteX278" fmla="*/ 4247953 w 4572002"/>
                <a:gd name="connsiteY278" fmla="*/ 2745349 h 6858002"/>
                <a:gd name="connsiteX279" fmla="*/ 4247954 w 4572002"/>
                <a:gd name="connsiteY279" fmla="*/ 2745352 h 6858002"/>
                <a:gd name="connsiteX280" fmla="*/ 4253873 w 4572002"/>
                <a:gd name="connsiteY280" fmla="*/ 2778006 h 6858002"/>
                <a:gd name="connsiteX281" fmla="*/ 4253453 w 4572002"/>
                <a:gd name="connsiteY281" fmla="*/ 2785440 h 6858002"/>
                <a:gd name="connsiteX282" fmla="*/ 4243374 w 4572002"/>
                <a:gd name="connsiteY282" fmla="*/ 2811780 h 6858002"/>
                <a:gd name="connsiteX283" fmla="*/ 4243371 w 4572002"/>
                <a:gd name="connsiteY283" fmla="*/ 2811787 h 6858002"/>
                <a:gd name="connsiteX284" fmla="*/ 4243372 w 4572002"/>
                <a:gd name="connsiteY284" fmla="*/ 2811787 h 6858002"/>
                <a:gd name="connsiteX285" fmla="*/ 4243374 w 4572002"/>
                <a:gd name="connsiteY285" fmla="*/ 2811780 h 6858002"/>
                <a:gd name="connsiteX286" fmla="*/ 4253025 w 4572002"/>
                <a:gd name="connsiteY286" fmla="*/ 2793023 h 6858002"/>
                <a:gd name="connsiteX287" fmla="*/ 4253453 w 4572002"/>
                <a:gd name="connsiteY287" fmla="*/ 2785440 h 6858002"/>
                <a:gd name="connsiteX288" fmla="*/ 4254654 w 4572002"/>
                <a:gd name="connsiteY288" fmla="*/ 2782305 h 6858002"/>
                <a:gd name="connsiteX289" fmla="*/ 4253873 w 4572002"/>
                <a:gd name="connsiteY289" fmla="*/ 2778006 h 6858002"/>
                <a:gd name="connsiteX290" fmla="*/ 4254284 w 4572002"/>
                <a:gd name="connsiteY290" fmla="*/ 2770758 h 6858002"/>
                <a:gd name="connsiteX291" fmla="*/ 4247954 w 4572002"/>
                <a:gd name="connsiteY291" fmla="*/ 2745352 h 6858002"/>
                <a:gd name="connsiteX292" fmla="*/ 4247953 w 4572002"/>
                <a:gd name="connsiteY292" fmla="*/ 2745348 h 6858002"/>
                <a:gd name="connsiteX293" fmla="*/ 4199563 w 4572002"/>
                <a:gd name="connsiteY293" fmla="*/ 2668001 h 6858002"/>
                <a:gd name="connsiteX294" fmla="*/ 4126408 w 4572002"/>
                <a:gd name="connsiteY294" fmla="*/ 2571034 h 6858002"/>
                <a:gd name="connsiteX295" fmla="*/ 4122194 w 4572002"/>
                <a:gd name="connsiteY295" fmla="*/ 2545007 h 6858002"/>
                <a:gd name="connsiteX296" fmla="*/ 4125838 w 4572002"/>
                <a:gd name="connsiteY296" fmla="*/ 2518265 h 6858002"/>
                <a:gd name="connsiteX297" fmla="*/ 4125839 w 4572002"/>
                <a:gd name="connsiteY297" fmla="*/ 2518262 h 6858002"/>
                <a:gd name="connsiteX298" fmla="*/ 4132419 w 4572002"/>
                <a:gd name="connsiteY298" fmla="*/ 2490551 h 6858002"/>
                <a:gd name="connsiteX299" fmla="*/ 4134481 w 4572002"/>
                <a:gd name="connsiteY299" fmla="*/ 2463018 h 6858002"/>
                <a:gd name="connsiteX300" fmla="*/ 4134481 w 4572002"/>
                <a:gd name="connsiteY300" fmla="*/ 2463017 h 6858002"/>
                <a:gd name="connsiteX301" fmla="*/ 4111549 w 4572002"/>
                <a:gd name="connsiteY301" fmla="*/ 2409485 h 6858002"/>
                <a:gd name="connsiteX302" fmla="*/ 4087164 w 4572002"/>
                <a:gd name="connsiteY302" fmla="*/ 2334044 h 6858002"/>
                <a:gd name="connsiteX303" fmla="*/ 4058207 w 4572002"/>
                <a:gd name="connsiteY303" fmla="*/ 2228314 h 6858002"/>
                <a:gd name="connsiteX304" fmla="*/ 4042967 w 4572002"/>
                <a:gd name="connsiteY304" fmla="*/ 2188879 h 6858002"/>
                <a:gd name="connsiteX305" fmla="*/ 4020296 w 4572002"/>
                <a:gd name="connsiteY305" fmla="*/ 2094578 h 6858002"/>
                <a:gd name="connsiteX306" fmla="*/ 4005437 w 4572002"/>
                <a:gd name="connsiteY306" fmla="*/ 2016469 h 6858002"/>
                <a:gd name="connsiteX307" fmla="*/ 3958954 w 4572002"/>
                <a:gd name="connsiteY307" fmla="*/ 1953413 h 6858002"/>
                <a:gd name="connsiteX308" fmla="*/ 3934949 w 4572002"/>
                <a:gd name="connsiteY308" fmla="*/ 1933219 h 6858002"/>
                <a:gd name="connsiteX309" fmla="*/ 3919519 w 4572002"/>
                <a:gd name="connsiteY309" fmla="*/ 1916454 h 6858002"/>
                <a:gd name="connsiteX310" fmla="*/ 3829028 w 4572002"/>
                <a:gd name="connsiteY310" fmla="*/ 1842158 h 6858002"/>
                <a:gd name="connsiteX311" fmla="*/ 3821407 w 4572002"/>
                <a:gd name="connsiteY311" fmla="*/ 1833775 h 6858002"/>
                <a:gd name="connsiteX312" fmla="*/ 3779686 w 4572002"/>
                <a:gd name="connsiteY312" fmla="*/ 1733188 h 6858002"/>
                <a:gd name="connsiteX313" fmla="*/ 3757018 w 4572002"/>
                <a:gd name="connsiteY313" fmla="*/ 1697753 h 6858002"/>
                <a:gd name="connsiteX314" fmla="*/ 3700436 w 4572002"/>
                <a:gd name="connsiteY314" fmla="*/ 1624980 h 6858002"/>
                <a:gd name="connsiteX315" fmla="*/ 3698532 w 4572002"/>
                <a:gd name="connsiteY315" fmla="*/ 1596213 h 6858002"/>
                <a:gd name="connsiteX316" fmla="*/ 3745230 w 4572002"/>
                <a:gd name="connsiteY316" fmla="*/ 1459073 h 6858002"/>
                <a:gd name="connsiteX317" fmla="*/ 3745229 w 4572002"/>
                <a:gd name="connsiteY317" fmla="*/ 1459074 h 6858002"/>
                <a:gd name="connsiteX318" fmla="*/ 3736012 w 4572002"/>
                <a:gd name="connsiteY318" fmla="*/ 1481572 h 6858002"/>
                <a:gd name="connsiteX319" fmla="*/ 3764423 w 4572002"/>
                <a:gd name="connsiteY319" fmla="*/ 1268758 h 6858002"/>
                <a:gd name="connsiteX320" fmla="*/ 3769590 w 4572002"/>
                <a:gd name="connsiteY320" fmla="*/ 1286070 h 6858002"/>
                <a:gd name="connsiteX321" fmla="*/ 3791927 w 4572002"/>
                <a:gd name="connsiteY321" fmla="*/ 1350628 h 6858002"/>
                <a:gd name="connsiteX322" fmla="*/ 3786333 w 4572002"/>
                <a:gd name="connsiteY322" fmla="*/ 1413840 h 6858002"/>
                <a:gd name="connsiteX323" fmla="*/ 3791928 w 4572002"/>
                <a:gd name="connsiteY323" fmla="*/ 1350627 h 6858002"/>
                <a:gd name="connsiteX324" fmla="*/ 3769590 w 4572002"/>
                <a:gd name="connsiteY324" fmla="*/ 1286069 h 6858002"/>
                <a:gd name="connsiteX325" fmla="*/ 3706152 w 4572002"/>
                <a:gd name="connsiteY325" fmla="*/ 773035 h 6858002"/>
                <a:gd name="connsiteX326" fmla="*/ 3706152 w 4572002"/>
                <a:gd name="connsiteY326" fmla="*/ 773036 h 6858002"/>
                <a:gd name="connsiteX327" fmla="*/ 3714152 w 4572002"/>
                <a:gd name="connsiteY327" fmla="*/ 854380 h 6858002"/>
                <a:gd name="connsiteX328" fmla="*/ 3745205 w 4572002"/>
                <a:gd name="connsiteY328" fmla="*/ 915344 h 6858002"/>
                <a:gd name="connsiteX329" fmla="*/ 3755683 w 4572002"/>
                <a:gd name="connsiteY329" fmla="*/ 927156 h 6858002"/>
                <a:gd name="connsiteX330" fmla="*/ 3752063 w 4572002"/>
                <a:gd name="connsiteY330" fmla="*/ 1097088 h 6858002"/>
                <a:gd name="connsiteX331" fmla="*/ 3747681 w 4572002"/>
                <a:gd name="connsiteY331" fmla="*/ 1123186 h 6858002"/>
                <a:gd name="connsiteX332" fmla="*/ 3772400 w 4572002"/>
                <a:gd name="connsiteY332" fmla="*/ 1184029 h 6858002"/>
                <a:gd name="connsiteX333" fmla="*/ 3747682 w 4572002"/>
                <a:gd name="connsiteY333" fmla="*/ 1123185 h 6858002"/>
                <a:gd name="connsiteX334" fmla="*/ 3752064 w 4572002"/>
                <a:gd name="connsiteY334" fmla="*/ 1097087 h 6858002"/>
                <a:gd name="connsiteX335" fmla="*/ 3755684 w 4572002"/>
                <a:gd name="connsiteY335" fmla="*/ 927155 h 6858002"/>
                <a:gd name="connsiteX336" fmla="*/ 3745206 w 4572002"/>
                <a:gd name="connsiteY336" fmla="*/ 915343 h 6858002"/>
                <a:gd name="connsiteX337" fmla="*/ 3714152 w 4572002"/>
                <a:gd name="connsiteY337" fmla="*/ 854379 h 6858002"/>
                <a:gd name="connsiteX338" fmla="*/ 3761553 w 4572002"/>
                <a:gd name="connsiteY338" fmla="*/ 517851 h 6858002"/>
                <a:gd name="connsiteX339" fmla="*/ 3752635 w 4572002"/>
                <a:gd name="connsiteY339" fmla="*/ 556048 h 6858002"/>
                <a:gd name="connsiteX340" fmla="*/ 3746157 w 4572002"/>
                <a:gd name="connsiteY340" fmla="*/ 580051 h 6858002"/>
                <a:gd name="connsiteX341" fmla="*/ 3742776 w 4572002"/>
                <a:gd name="connsiteY341" fmla="*/ 642538 h 6858002"/>
                <a:gd name="connsiteX342" fmla="*/ 3730253 w 4572002"/>
                <a:gd name="connsiteY342" fmla="*/ 694928 h 6858002"/>
                <a:gd name="connsiteX343" fmla="*/ 3742777 w 4572002"/>
                <a:gd name="connsiteY343" fmla="*/ 642537 h 6858002"/>
                <a:gd name="connsiteX344" fmla="*/ 3746158 w 4572002"/>
                <a:gd name="connsiteY344" fmla="*/ 580050 h 6858002"/>
                <a:gd name="connsiteX345" fmla="*/ 3752636 w 4572002"/>
                <a:gd name="connsiteY345" fmla="*/ 556047 h 6858002"/>
                <a:gd name="connsiteX346" fmla="*/ 3774848 w 4572002"/>
                <a:gd name="connsiteY346" fmla="*/ 298169 h 6858002"/>
                <a:gd name="connsiteX347" fmla="*/ 3760065 w 4572002"/>
                <a:gd name="connsiteY347" fmla="*/ 313534 h 6858002"/>
                <a:gd name="connsiteX348" fmla="*/ 3759493 w 4572002"/>
                <a:gd name="connsiteY348" fmla="*/ 338871 h 6858002"/>
                <a:gd name="connsiteX349" fmla="*/ 3759500 w 4572002"/>
                <a:gd name="connsiteY349" fmla="*/ 338900 h 6858002"/>
                <a:gd name="connsiteX350" fmla="*/ 3769400 w 4572002"/>
                <a:gd name="connsiteY350" fmla="*/ 395640 h 6858002"/>
                <a:gd name="connsiteX351" fmla="*/ 3765590 w 4572002"/>
                <a:gd name="connsiteY351" fmla="*/ 367328 h 6858002"/>
                <a:gd name="connsiteX352" fmla="*/ 3759500 w 4572002"/>
                <a:gd name="connsiteY352" fmla="*/ 338900 h 6858002"/>
                <a:gd name="connsiteX353" fmla="*/ 3759494 w 4572002"/>
                <a:gd name="connsiteY353" fmla="*/ 338870 h 6858002"/>
                <a:gd name="connsiteX354" fmla="*/ 3760066 w 4572002"/>
                <a:gd name="connsiteY354" fmla="*/ 313533 h 6858002"/>
                <a:gd name="connsiteX355" fmla="*/ 3782393 w 4572002"/>
                <a:gd name="connsiteY355" fmla="*/ 281568 h 6858002"/>
                <a:gd name="connsiteX356" fmla="*/ 3777498 w 4572002"/>
                <a:gd name="connsiteY356" fmla="*/ 295415 h 6858002"/>
                <a:gd name="connsiteX357" fmla="*/ 3777499 w 4572002"/>
                <a:gd name="connsiteY357" fmla="*/ 295415 h 6858002"/>
                <a:gd name="connsiteX358" fmla="*/ 3769073 w 4572002"/>
                <a:gd name="connsiteY358" fmla="*/ 24486 h 6858002"/>
                <a:gd name="connsiteX359" fmla="*/ 3766810 w 4572002"/>
                <a:gd name="connsiteY359" fmla="*/ 74129 h 6858002"/>
                <a:gd name="connsiteX360" fmla="*/ 3772734 w 4572002"/>
                <a:gd name="connsiteY360" fmla="*/ 125861 h 6858002"/>
                <a:gd name="connsiteX361" fmla="*/ 3777129 w 4572002"/>
                <a:gd name="connsiteY361" fmla="*/ 153387 h 6858002"/>
                <a:gd name="connsiteX362" fmla="*/ 3785402 w 4572002"/>
                <a:gd name="connsiteY362" fmla="*/ 228944 h 6858002"/>
                <a:gd name="connsiteX363" fmla="*/ 3780943 w 4572002"/>
                <a:gd name="connsiteY363" fmla="*/ 177271 h 6858002"/>
                <a:gd name="connsiteX364" fmla="*/ 3777129 w 4572002"/>
                <a:gd name="connsiteY364" fmla="*/ 153387 h 6858002"/>
                <a:gd name="connsiteX365" fmla="*/ 3776930 w 4572002"/>
                <a:gd name="connsiteY365" fmla="*/ 151569 h 6858002"/>
                <a:gd name="connsiteX366" fmla="*/ 3766811 w 4572002"/>
                <a:gd name="connsiteY366" fmla="*/ 74129 h 6858002"/>
                <a:gd name="connsiteX367" fmla="*/ 3766492 w 4572002"/>
                <a:gd name="connsiteY367" fmla="*/ 0 h 6858002"/>
                <a:gd name="connsiteX368" fmla="*/ 4230600 w 4572002"/>
                <a:gd name="connsiteY368" fmla="*/ 0 h 6858002"/>
                <a:gd name="connsiteX369" fmla="*/ 4229473 w 4572002"/>
                <a:gd name="connsiteY369" fmla="*/ 2817 h 6858002"/>
                <a:gd name="connsiteX370" fmla="*/ 4215375 w 4572002"/>
                <a:gd name="connsiteY370" fmla="*/ 63587 h 6858002"/>
                <a:gd name="connsiteX371" fmla="*/ 4201468 w 4572002"/>
                <a:gd name="connsiteY371" fmla="*/ 176939 h 6858002"/>
                <a:gd name="connsiteX372" fmla="*/ 4193466 w 4572002"/>
                <a:gd name="connsiteY372" fmla="*/ 200182 h 6858002"/>
                <a:gd name="connsiteX373" fmla="*/ 4155554 w 4572002"/>
                <a:gd name="connsiteY373" fmla="*/ 340774 h 6858002"/>
                <a:gd name="connsiteX374" fmla="*/ 4156319 w 4572002"/>
                <a:gd name="connsiteY374" fmla="*/ 453364 h 6858002"/>
                <a:gd name="connsiteX375" fmla="*/ 4158033 w 4572002"/>
                <a:gd name="connsiteY375" fmla="*/ 462126 h 6858002"/>
                <a:gd name="connsiteX376" fmla="*/ 4170605 w 4572002"/>
                <a:gd name="connsiteY376" fmla="*/ 505182 h 6858002"/>
                <a:gd name="connsiteX377" fmla="*/ 4167177 w 4572002"/>
                <a:gd name="connsiteY377" fmla="*/ 571860 h 6858002"/>
                <a:gd name="connsiteX378" fmla="*/ 4149840 w 4572002"/>
                <a:gd name="connsiteY378" fmla="*/ 617772 h 6858002"/>
                <a:gd name="connsiteX379" fmla="*/ 4149078 w 4572002"/>
                <a:gd name="connsiteY379" fmla="*/ 674923 h 6858002"/>
                <a:gd name="connsiteX380" fmla="*/ 4159937 w 4572002"/>
                <a:gd name="connsiteY380" fmla="*/ 740268 h 6858002"/>
                <a:gd name="connsiteX381" fmla="*/ 4162223 w 4572002"/>
                <a:gd name="connsiteY381" fmla="*/ 769605 h 6858002"/>
                <a:gd name="connsiteX382" fmla="*/ 4184703 w 4572002"/>
                <a:gd name="connsiteY382" fmla="*/ 850189 h 6858002"/>
                <a:gd name="connsiteX383" fmla="*/ 4179179 w 4572002"/>
                <a:gd name="connsiteY383" fmla="*/ 898198 h 6858002"/>
                <a:gd name="connsiteX384" fmla="*/ 4164319 w 4572002"/>
                <a:gd name="connsiteY384" fmla="*/ 945444 h 6858002"/>
                <a:gd name="connsiteX385" fmla="*/ 4150030 w 4572002"/>
                <a:gd name="connsiteY385" fmla="*/ 975733 h 6858002"/>
                <a:gd name="connsiteX386" fmla="*/ 4139934 w 4572002"/>
                <a:gd name="connsiteY386" fmla="*/ 1036887 h 6858002"/>
                <a:gd name="connsiteX387" fmla="*/ 4141458 w 4572002"/>
                <a:gd name="connsiteY387" fmla="*/ 1048125 h 6858002"/>
                <a:gd name="connsiteX388" fmla="*/ 4154032 w 4572002"/>
                <a:gd name="connsiteY388" fmla="*/ 1230633 h 6858002"/>
                <a:gd name="connsiteX389" fmla="*/ 4174225 w 4572002"/>
                <a:gd name="connsiteY389" fmla="*/ 1303024 h 6858002"/>
                <a:gd name="connsiteX390" fmla="*/ 4176701 w 4572002"/>
                <a:gd name="connsiteY390" fmla="*/ 1318456 h 6858002"/>
                <a:gd name="connsiteX391" fmla="*/ 4199372 w 4572002"/>
                <a:gd name="connsiteY391" fmla="*/ 1472575 h 6858002"/>
                <a:gd name="connsiteX392" fmla="*/ 4200325 w 4572002"/>
                <a:gd name="connsiteY392" fmla="*/ 1489720 h 6858002"/>
                <a:gd name="connsiteX393" fmla="*/ 4196324 w 4572002"/>
                <a:gd name="connsiteY393" fmla="*/ 1537537 h 6858002"/>
                <a:gd name="connsiteX394" fmla="*/ 4237474 w 4572002"/>
                <a:gd name="connsiteY394" fmla="*/ 1650317 h 6858002"/>
                <a:gd name="connsiteX395" fmla="*/ 4251572 w 4572002"/>
                <a:gd name="connsiteY395" fmla="*/ 1763287 h 6858002"/>
                <a:gd name="connsiteX396" fmla="*/ 4251380 w 4572002"/>
                <a:gd name="connsiteY396" fmla="*/ 1825393 h 6858002"/>
                <a:gd name="connsiteX397" fmla="*/ 4261478 w 4572002"/>
                <a:gd name="connsiteY397" fmla="*/ 1869780 h 6858002"/>
                <a:gd name="connsiteX398" fmla="*/ 4292149 w 4572002"/>
                <a:gd name="connsiteY398" fmla="*/ 1978940 h 6858002"/>
                <a:gd name="connsiteX399" fmla="*/ 4296911 w 4572002"/>
                <a:gd name="connsiteY399" fmla="*/ 2030378 h 6858002"/>
                <a:gd name="connsiteX400" fmla="*/ 4307201 w 4572002"/>
                <a:gd name="connsiteY400" fmla="*/ 2085054 h 6858002"/>
                <a:gd name="connsiteX401" fmla="*/ 4353302 w 4572002"/>
                <a:gd name="connsiteY401" fmla="*/ 2220312 h 6858002"/>
                <a:gd name="connsiteX402" fmla="*/ 4350636 w 4572002"/>
                <a:gd name="connsiteY402" fmla="*/ 2330806 h 6858002"/>
                <a:gd name="connsiteX403" fmla="*/ 4351206 w 4572002"/>
                <a:gd name="connsiteY403" fmla="*/ 2401292 h 6858002"/>
                <a:gd name="connsiteX404" fmla="*/ 4366446 w 4572002"/>
                <a:gd name="connsiteY404" fmla="*/ 2485307 h 6858002"/>
                <a:gd name="connsiteX405" fmla="*/ 4388736 w 4572002"/>
                <a:gd name="connsiteY405" fmla="*/ 2554079 h 6858002"/>
                <a:gd name="connsiteX406" fmla="*/ 4406453 w 4572002"/>
                <a:gd name="connsiteY406" fmla="*/ 2649143 h 6858002"/>
                <a:gd name="connsiteX407" fmla="*/ 4440554 w 4572002"/>
                <a:gd name="connsiteY407" fmla="*/ 2743826 h 6858002"/>
                <a:gd name="connsiteX408" fmla="*/ 4466653 w 4572002"/>
                <a:gd name="connsiteY408" fmla="*/ 2809930 h 6858002"/>
                <a:gd name="connsiteX409" fmla="*/ 4489705 w 4572002"/>
                <a:gd name="connsiteY409" fmla="*/ 2901943 h 6858002"/>
                <a:gd name="connsiteX410" fmla="*/ 4505897 w 4572002"/>
                <a:gd name="connsiteY410" fmla="*/ 3042728 h 6858002"/>
                <a:gd name="connsiteX411" fmla="*/ 4507613 w 4572002"/>
                <a:gd name="connsiteY411" fmla="*/ 3107500 h 6858002"/>
                <a:gd name="connsiteX412" fmla="*/ 4545521 w 4572002"/>
                <a:gd name="connsiteY412" fmla="*/ 3209993 h 6858002"/>
                <a:gd name="connsiteX413" fmla="*/ 4563811 w 4572002"/>
                <a:gd name="connsiteY413" fmla="*/ 3253809 h 6858002"/>
                <a:gd name="connsiteX414" fmla="*/ 4548570 w 4572002"/>
                <a:gd name="connsiteY414" fmla="*/ 3293244 h 6858002"/>
                <a:gd name="connsiteX415" fmla="*/ 4531043 w 4572002"/>
                <a:gd name="connsiteY415" fmla="*/ 3318771 h 6858002"/>
                <a:gd name="connsiteX416" fmla="*/ 4545904 w 4572002"/>
                <a:gd name="connsiteY416" fmla="*/ 3399546 h 6858002"/>
                <a:gd name="connsiteX417" fmla="*/ 4561524 w 4572002"/>
                <a:gd name="connsiteY417" fmla="*/ 3485275 h 6858002"/>
                <a:gd name="connsiteX418" fmla="*/ 4572002 w 4572002"/>
                <a:gd name="connsiteY418" fmla="*/ 3546617 h 6858002"/>
                <a:gd name="connsiteX419" fmla="*/ 4563620 w 4572002"/>
                <a:gd name="connsiteY419" fmla="*/ 3623201 h 6858002"/>
                <a:gd name="connsiteX420" fmla="*/ 4560192 w 4572002"/>
                <a:gd name="connsiteY420" fmla="*/ 3683591 h 6858002"/>
                <a:gd name="connsiteX421" fmla="*/ 4550476 w 4572002"/>
                <a:gd name="connsiteY421" fmla="*/ 3732361 h 6858002"/>
                <a:gd name="connsiteX422" fmla="*/ 4544759 w 4572002"/>
                <a:gd name="connsiteY422" fmla="*/ 3749506 h 6858002"/>
                <a:gd name="connsiteX423" fmla="*/ 4500182 w 4572002"/>
                <a:gd name="connsiteY423" fmla="*/ 3885338 h 6858002"/>
                <a:gd name="connsiteX424" fmla="*/ 4464557 w 4572002"/>
                <a:gd name="connsiteY424" fmla="*/ 4030503 h 6858002"/>
                <a:gd name="connsiteX425" fmla="*/ 4487039 w 4572002"/>
                <a:gd name="connsiteY425" fmla="*/ 4124614 h 6858002"/>
                <a:gd name="connsiteX426" fmla="*/ 4486656 w 4572002"/>
                <a:gd name="connsiteY426" fmla="*/ 4159667 h 6858002"/>
                <a:gd name="connsiteX427" fmla="*/ 4491801 w 4572002"/>
                <a:gd name="connsiteY427" fmla="*/ 4320837 h 6858002"/>
                <a:gd name="connsiteX428" fmla="*/ 4497325 w 4572002"/>
                <a:gd name="connsiteY428" fmla="*/ 4349222 h 6858002"/>
                <a:gd name="connsiteX429" fmla="*/ 4474653 w 4572002"/>
                <a:gd name="connsiteY429" fmla="*/ 4502579 h 6858002"/>
                <a:gd name="connsiteX430" fmla="*/ 4470844 w 4572002"/>
                <a:gd name="connsiteY430" fmla="*/ 4558207 h 6858002"/>
                <a:gd name="connsiteX431" fmla="*/ 4464557 w 4572002"/>
                <a:gd name="connsiteY431" fmla="*/ 4609452 h 6858002"/>
                <a:gd name="connsiteX432" fmla="*/ 4463033 w 4572002"/>
                <a:gd name="connsiteY432" fmla="*/ 4681083 h 6858002"/>
                <a:gd name="connsiteX433" fmla="*/ 4465891 w 4572002"/>
                <a:gd name="connsiteY433" fmla="*/ 4755381 h 6858002"/>
                <a:gd name="connsiteX434" fmla="*/ 4465319 w 4572002"/>
                <a:gd name="connsiteY434" fmla="*/ 4838250 h 6858002"/>
                <a:gd name="connsiteX435" fmla="*/ 4460367 w 4572002"/>
                <a:gd name="connsiteY435" fmla="*/ 4871019 h 6858002"/>
                <a:gd name="connsiteX436" fmla="*/ 4463795 w 4572002"/>
                <a:gd name="connsiteY436" fmla="*/ 4959602 h 6858002"/>
                <a:gd name="connsiteX437" fmla="*/ 4458082 w 4572002"/>
                <a:gd name="connsiteY437" fmla="*/ 5006086 h 6858002"/>
                <a:gd name="connsiteX438" fmla="*/ 4456937 w 4572002"/>
                <a:gd name="connsiteY438" fmla="*/ 5082670 h 6858002"/>
                <a:gd name="connsiteX439" fmla="*/ 4455603 w 4572002"/>
                <a:gd name="connsiteY439" fmla="*/ 5107627 h 6858002"/>
                <a:gd name="connsiteX440" fmla="*/ 4454840 w 4572002"/>
                <a:gd name="connsiteY440" fmla="*/ 5129916 h 6858002"/>
                <a:gd name="connsiteX441" fmla="*/ 4470464 w 4572002"/>
                <a:gd name="connsiteY441" fmla="*/ 5206308 h 6858002"/>
                <a:gd name="connsiteX442" fmla="*/ 4471415 w 4572002"/>
                <a:gd name="connsiteY442" fmla="*/ 5274129 h 6858002"/>
                <a:gd name="connsiteX443" fmla="*/ 4483990 w 4572002"/>
                <a:gd name="connsiteY443" fmla="*/ 5393005 h 6858002"/>
                <a:gd name="connsiteX444" fmla="*/ 4479607 w 4572002"/>
                <a:gd name="connsiteY444" fmla="*/ 5419295 h 6858002"/>
                <a:gd name="connsiteX445" fmla="*/ 4477894 w 4572002"/>
                <a:gd name="connsiteY445" fmla="*/ 5501594 h 6858002"/>
                <a:gd name="connsiteX446" fmla="*/ 4476560 w 4572002"/>
                <a:gd name="connsiteY446" fmla="*/ 5548460 h 6858002"/>
                <a:gd name="connsiteX447" fmla="*/ 4485703 w 4572002"/>
                <a:gd name="connsiteY447" fmla="*/ 5606372 h 6858002"/>
                <a:gd name="connsiteX448" fmla="*/ 4505134 w 4572002"/>
                <a:gd name="connsiteY448" fmla="*/ 5706959 h 6858002"/>
                <a:gd name="connsiteX449" fmla="*/ 4508183 w 4572002"/>
                <a:gd name="connsiteY449" fmla="*/ 5733440 h 6858002"/>
                <a:gd name="connsiteX450" fmla="*/ 4517519 w 4572002"/>
                <a:gd name="connsiteY450" fmla="*/ 5781830 h 6858002"/>
                <a:gd name="connsiteX451" fmla="*/ 4519234 w 4572002"/>
                <a:gd name="connsiteY451" fmla="*/ 5790592 h 6858002"/>
                <a:gd name="connsiteX452" fmla="*/ 4542855 w 4572002"/>
                <a:gd name="connsiteY452" fmla="*/ 5864318 h 6858002"/>
                <a:gd name="connsiteX453" fmla="*/ 4544759 w 4572002"/>
                <a:gd name="connsiteY453" fmla="*/ 5902610 h 6858002"/>
                <a:gd name="connsiteX454" fmla="*/ 4544951 w 4572002"/>
                <a:gd name="connsiteY454" fmla="*/ 6012723 h 6858002"/>
                <a:gd name="connsiteX455" fmla="*/ 4541332 w 4572002"/>
                <a:gd name="connsiteY455" fmla="*/ 6059397 h 6858002"/>
                <a:gd name="connsiteX456" fmla="*/ 4527426 w 4572002"/>
                <a:gd name="connsiteY456" fmla="*/ 6171605 h 6858002"/>
                <a:gd name="connsiteX457" fmla="*/ 4520568 w 4572002"/>
                <a:gd name="connsiteY457" fmla="*/ 6242093 h 6858002"/>
                <a:gd name="connsiteX458" fmla="*/ 4509706 w 4572002"/>
                <a:gd name="connsiteY458" fmla="*/ 6323058 h 6858002"/>
                <a:gd name="connsiteX459" fmla="*/ 4502848 w 4572002"/>
                <a:gd name="connsiteY459" fmla="*/ 6415833 h 6858002"/>
                <a:gd name="connsiteX460" fmla="*/ 4482084 w 4572002"/>
                <a:gd name="connsiteY460" fmla="*/ 6584812 h 6858002"/>
                <a:gd name="connsiteX461" fmla="*/ 4460557 w 4572002"/>
                <a:gd name="connsiteY461" fmla="*/ 6748458 h 6858002"/>
                <a:gd name="connsiteX462" fmla="*/ 4441507 w 4572002"/>
                <a:gd name="connsiteY462" fmla="*/ 6815516 h 6858002"/>
                <a:gd name="connsiteX463" fmla="*/ 4431806 w 4572002"/>
                <a:gd name="connsiteY463" fmla="*/ 6858001 h 6858002"/>
                <a:gd name="connsiteX464" fmla="*/ 4259554 w 4572002"/>
                <a:gd name="connsiteY464" fmla="*/ 6858001 h 6858002"/>
                <a:gd name="connsiteX465" fmla="*/ 4259554 w 4572002"/>
                <a:gd name="connsiteY465" fmla="*/ 6858002 h 6858002"/>
                <a:gd name="connsiteX466" fmla="*/ 0 w 4572002"/>
                <a:gd name="connsiteY466" fmla="*/ 6858002 h 6858002"/>
                <a:gd name="connsiteX467" fmla="*/ 0 w 4572002"/>
                <a:gd name="connsiteY467" fmla="*/ 2 h 6858002"/>
                <a:gd name="connsiteX468" fmla="*/ 3766492 w 4572002"/>
                <a:gd name="connsiteY468" fmla="*/ 1 h 6858002"/>
                <a:gd name="connsiteX469" fmla="*/ 3769210 w 4572002"/>
                <a:gd name="connsiteY469" fmla="*/ 21486 h 685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</a:cxnLst>
              <a:rect l="l" t="t" r="r" b="b"/>
              <a:pathLst>
                <a:path w="4572002" h="6858002">
                  <a:moveTo>
                    <a:pt x="4214994" y="6564620"/>
                  </a:moveTo>
                  <a:lnTo>
                    <a:pt x="4214994" y="6564621"/>
                  </a:lnTo>
                  <a:cubicBezTo>
                    <a:pt x="4225281" y="6575479"/>
                    <a:pt x="4231378" y="6582147"/>
                    <a:pt x="4237474" y="6588626"/>
                  </a:cubicBezTo>
                  <a:lnTo>
                    <a:pt x="4254096" y="6625225"/>
                  </a:lnTo>
                  <a:lnTo>
                    <a:pt x="4247001" y="6662540"/>
                  </a:lnTo>
                  <a:lnTo>
                    <a:pt x="4247000" y="6662541"/>
                  </a:lnTo>
                  <a:lnTo>
                    <a:pt x="4246999" y="6662544"/>
                  </a:lnTo>
                  <a:lnTo>
                    <a:pt x="4235550" y="6683027"/>
                  </a:lnTo>
                  <a:lnTo>
                    <a:pt x="4232403" y="6702976"/>
                  </a:lnTo>
                  <a:lnTo>
                    <a:pt x="4232403" y="6702977"/>
                  </a:lnTo>
                  <a:cubicBezTo>
                    <a:pt x="4232808" y="6716169"/>
                    <a:pt x="4237951" y="6729219"/>
                    <a:pt x="4246238" y="6742553"/>
                  </a:cubicBezTo>
                  <a:lnTo>
                    <a:pt x="4246239" y="6742555"/>
                  </a:lnTo>
                  <a:lnTo>
                    <a:pt x="4265716" y="6812062"/>
                  </a:lnTo>
                  <a:lnTo>
                    <a:pt x="4265717" y="6812064"/>
                  </a:lnTo>
                  <a:lnTo>
                    <a:pt x="4265717" y="6812063"/>
                  </a:lnTo>
                  <a:lnTo>
                    <a:pt x="4265716" y="6812062"/>
                  </a:lnTo>
                  <a:lnTo>
                    <a:pt x="4260942" y="6776800"/>
                  </a:lnTo>
                  <a:lnTo>
                    <a:pt x="4246239" y="6742555"/>
                  </a:lnTo>
                  <a:lnTo>
                    <a:pt x="4246238" y="6742552"/>
                  </a:lnTo>
                  <a:lnTo>
                    <a:pt x="4232403" y="6702976"/>
                  </a:lnTo>
                  <a:lnTo>
                    <a:pt x="4246999" y="6662544"/>
                  </a:lnTo>
                  <a:lnTo>
                    <a:pt x="4247000" y="6662542"/>
                  </a:lnTo>
                  <a:lnTo>
                    <a:pt x="4247001" y="6662540"/>
                  </a:lnTo>
                  <a:lnTo>
                    <a:pt x="4254084" y="6645552"/>
                  </a:lnTo>
                  <a:lnTo>
                    <a:pt x="4254096" y="6625225"/>
                  </a:lnTo>
                  <a:lnTo>
                    <a:pt x="4254096" y="6625224"/>
                  </a:lnTo>
                  <a:cubicBezTo>
                    <a:pt x="4252000" y="6611341"/>
                    <a:pt x="4245951" y="6597578"/>
                    <a:pt x="4237474" y="6588625"/>
                  </a:cubicBezTo>
                  <a:close/>
                  <a:moveTo>
                    <a:pt x="4295315" y="6438981"/>
                  </a:moveTo>
                  <a:lnTo>
                    <a:pt x="4275385" y="6463840"/>
                  </a:lnTo>
                  <a:lnTo>
                    <a:pt x="4275382" y="6463849"/>
                  </a:lnTo>
                  <a:lnTo>
                    <a:pt x="4261587" y="6513012"/>
                  </a:lnTo>
                  <a:lnTo>
                    <a:pt x="4242781" y="6546194"/>
                  </a:lnTo>
                  <a:lnTo>
                    <a:pt x="4242781" y="6546195"/>
                  </a:lnTo>
                  <a:lnTo>
                    <a:pt x="4259120" y="6521804"/>
                  </a:lnTo>
                  <a:lnTo>
                    <a:pt x="4261587" y="6513012"/>
                  </a:lnTo>
                  <a:lnTo>
                    <a:pt x="4264398" y="6508052"/>
                  </a:lnTo>
                  <a:lnTo>
                    <a:pt x="4275382" y="6463849"/>
                  </a:lnTo>
                  <a:lnTo>
                    <a:pt x="4275385" y="6463841"/>
                  </a:lnTo>
                  <a:cubicBezTo>
                    <a:pt x="4278336" y="6451650"/>
                    <a:pt x="4285813" y="6444077"/>
                    <a:pt x="4295315" y="6438981"/>
                  </a:cubicBezTo>
                  <a:close/>
                  <a:moveTo>
                    <a:pt x="4381289" y="6365204"/>
                  </a:moveTo>
                  <a:lnTo>
                    <a:pt x="4380008" y="6387910"/>
                  </a:lnTo>
                  <a:lnTo>
                    <a:pt x="4378243" y="6391549"/>
                  </a:lnTo>
                  <a:lnTo>
                    <a:pt x="4370589" y="6407332"/>
                  </a:lnTo>
                  <a:lnTo>
                    <a:pt x="4370589" y="6407333"/>
                  </a:lnTo>
                  <a:lnTo>
                    <a:pt x="4378243" y="6391549"/>
                  </a:lnTo>
                  <a:lnTo>
                    <a:pt x="4380008" y="6387910"/>
                  </a:lnTo>
                  <a:close/>
                  <a:moveTo>
                    <a:pt x="4142220" y="4221391"/>
                  </a:moveTo>
                  <a:lnTo>
                    <a:pt x="4142220" y="4221392"/>
                  </a:lnTo>
                  <a:cubicBezTo>
                    <a:pt x="4142982" y="4232061"/>
                    <a:pt x="4143172" y="4243873"/>
                    <a:pt x="4147936" y="4253015"/>
                  </a:cubicBezTo>
                  <a:cubicBezTo>
                    <a:pt x="4160129" y="4277402"/>
                    <a:pt x="4175749" y="4300071"/>
                    <a:pt x="4187752" y="4324646"/>
                  </a:cubicBezTo>
                  <a:lnTo>
                    <a:pt x="4196706" y="4363891"/>
                  </a:lnTo>
                  <a:lnTo>
                    <a:pt x="4195944" y="4482004"/>
                  </a:lnTo>
                  <a:cubicBezTo>
                    <a:pt x="4193276" y="4546776"/>
                    <a:pt x="4192704" y="4612500"/>
                    <a:pt x="4135934" y="4659174"/>
                  </a:cubicBezTo>
                  <a:cubicBezTo>
                    <a:pt x="4131362" y="4662986"/>
                    <a:pt x="4128694" y="4671176"/>
                    <a:pt x="4127932" y="4677655"/>
                  </a:cubicBezTo>
                  <a:cubicBezTo>
                    <a:pt x="4124313" y="4707564"/>
                    <a:pt x="4123931" y="4738235"/>
                    <a:pt x="4118025" y="4767764"/>
                  </a:cubicBezTo>
                  <a:cubicBezTo>
                    <a:pt x="4115644" y="4779575"/>
                    <a:pt x="4114835" y="4790387"/>
                    <a:pt x="4116716" y="4800483"/>
                  </a:cubicBezTo>
                  <a:lnTo>
                    <a:pt x="4116716" y="4800484"/>
                  </a:lnTo>
                  <a:cubicBezTo>
                    <a:pt x="4118597" y="4810581"/>
                    <a:pt x="4123170" y="4819964"/>
                    <a:pt x="4131552" y="4828917"/>
                  </a:cubicBezTo>
                  <a:lnTo>
                    <a:pt x="4153733" y="4863343"/>
                  </a:lnTo>
                  <a:lnTo>
                    <a:pt x="4161262" y="4889275"/>
                  </a:lnTo>
                  <a:lnTo>
                    <a:pt x="4159557" y="4912168"/>
                  </a:lnTo>
                  <a:cubicBezTo>
                    <a:pt x="4157842" y="4919978"/>
                    <a:pt x="4157485" y="4927122"/>
                    <a:pt x="4158155" y="4933804"/>
                  </a:cubicBezTo>
                  <a:lnTo>
                    <a:pt x="4158155" y="4933805"/>
                  </a:lnTo>
                  <a:lnTo>
                    <a:pt x="4162914" y="4952673"/>
                  </a:lnTo>
                  <a:lnTo>
                    <a:pt x="4165707" y="4957454"/>
                  </a:lnTo>
                  <a:lnTo>
                    <a:pt x="4166985" y="4961456"/>
                  </a:lnTo>
                  <a:cubicBezTo>
                    <a:pt x="4171496" y="4970097"/>
                    <a:pt x="4177202" y="4978394"/>
                    <a:pt x="4182989" y="4987038"/>
                  </a:cubicBezTo>
                  <a:cubicBezTo>
                    <a:pt x="4194228" y="5003802"/>
                    <a:pt x="4208326" y="5022853"/>
                    <a:pt x="4209468" y="5041522"/>
                  </a:cubicBezTo>
                  <a:cubicBezTo>
                    <a:pt x="4210087" y="5052096"/>
                    <a:pt x="4213005" y="5062300"/>
                    <a:pt x="4216684" y="5072376"/>
                  </a:cubicBezTo>
                  <a:lnTo>
                    <a:pt x="4222587" y="5087441"/>
                  </a:lnTo>
                  <a:lnTo>
                    <a:pt x="4235615" y="5133220"/>
                  </a:lnTo>
                  <a:lnTo>
                    <a:pt x="4235616" y="5133225"/>
                  </a:lnTo>
                  <a:lnTo>
                    <a:pt x="4228901" y="5166113"/>
                  </a:lnTo>
                  <a:lnTo>
                    <a:pt x="4228901" y="5166114"/>
                  </a:lnTo>
                  <a:cubicBezTo>
                    <a:pt x="4228139" y="5167638"/>
                    <a:pt x="4228712" y="5169781"/>
                    <a:pt x="4229593" y="5172091"/>
                  </a:cubicBezTo>
                  <a:lnTo>
                    <a:pt x="4232139" y="5179068"/>
                  </a:lnTo>
                  <a:cubicBezTo>
                    <a:pt x="4235759" y="5196595"/>
                    <a:pt x="4235807" y="5213598"/>
                    <a:pt x="4231973" y="5229434"/>
                  </a:cubicBezTo>
                  <a:lnTo>
                    <a:pt x="4225669" y="5241089"/>
                  </a:lnTo>
                  <a:lnTo>
                    <a:pt x="4208517" y="5272796"/>
                  </a:lnTo>
                  <a:cubicBezTo>
                    <a:pt x="4196871" y="5285441"/>
                    <a:pt x="4189165" y="5298595"/>
                    <a:pt x="4184613" y="5312288"/>
                  </a:cubicBezTo>
                  <a:lnTo>
                    <a:pt x="4183557" y="5321350"/>
                  </a:lnTo>
                  <a:lnTo>
                    <a:pt x="4181083" y="5326163"/>
                  </a:lnTo>
                  <a:lnTo>
                    <a:pt x="4179637" y="5355014"/>
                  </a:lnTo>
                  <a:lnTo>
                    <a:pt x="4179637" y="5355015"/>
                  </a:lnTo>
                  <a:cubicBezTo>
                    <a:pt x="4180286" y="5364883"/>
                    <a:pt x="4181989" y="5375003"/>
                    <a:pt x="4184513" y="5385385"/>
                  </a:cubicBezTo>
                  <a:cubicBezTo>
                    <a:pt x="4187752" y="5398722"/>
                    <a:pt x="4190038" y="5412058"/>
                    <a:pt x="4192704" y="5425583"/>
                  </a:cubicBezTo>
                  <a:cubicBezTo>
                    <a:pt x="4196514" y="5443871"/>
                    <a:pt x="4200516" y="5462352"/>
                    <a:pt x="4204327" y="5480638"/>
                  </a:cubicBezTo>
                  <a:lnTo>
                    <a:pt x="4208850" y="5507668"/>
                  </a:lnTo>
                  <a:lnTo>
                    <a:pt x="4198232" y="5531692"/>
                  </a:lnTo>
                  <a:lnTo>
                    <a:pt x="4198231" y="5531693"/>
                  </a:lnTo>
                  <a:cubicBezTo>
                    <a:pt x="4191181" y="5537600"/>
                    <a:pt x="4187989" y="5542649"/>
                    <a:pt x="4188085" y="5547578"/>
                  </a:cubicBezTo>
                  <a:lnTo>
                    <a:pt x="4188085" y="5547579"/>
                  </a:lnTo>
                  <a:cubicBezTo>
                    <a:pt x="4188180" y="5552508"/>
                    <a:pt x="4191562" y="5557318"/>
                    <a:pt x="4197659" y="5562747"/>
                  </a:cubicBezTo>
                  <a:cubicBezTo>
                    <a:pt x="4240332" y="5600468"/>
                    <a:pt x="4267003" y="5646190"/>
                    <a:pt x="4268907" y="5704484"/>
                  </a:cubicBezTo>
                  <a:cubicBezTo>
                    <a:pt x="4269289" y="5716486"/>
                    <a:pt x="4271954" y="5728679"/>
                    <a:pt x="4274812" y="5740489"/>
                  </a:cubicBezTo>
                  <a:cubicBezTo>
                    <a:pt x="4276527" y="5747729"/>
                    <a:pt x="4278433" y="5756494"/>
                    <a:pt x="4283578" y="5760874"/>
                  </a:cubicBezTo>
                  <a:cubicBezTo>
                    <a:pt x="4322821" y="5794975"/>
                    <a:pt x="4350063" y="5837458"/>
                    <a:pt x="4371973" y="5883752"/>
                  </a:cubicBezTo>
                  <a:lnTo>
                    <a:pt x="4371974" y="5883757"/>
                  </a:lnTo>
                  <a:lnTo>
                    <a:pt x="4389877" y="5935946"/>
                  </a:lnTo>
                  <a:lnTo>
                    <a:pt x="4389878" y="5935950"/>
                  </a:lnTo>
                  <a:lnTo>
                    <a:pt x="4386259" y="5993290"/>
                  </a:lnTo>
                  <a:lnTo>
                    <a:pt x="4386259" y="5993291"/>
                  </a:lnTo>
                  <a:cubicBezTo>
                    <a:pt x="4385116" y="6004531"/>
                    <a:pt x="4385306" y="6017485"/>
                    <a:pt x="4379782" y="6026440"/>
                  </a:cubicBezTo>
                  <a:cubicBezTo>
                    <a:pt x="4362445" y="6054825"/>
                    <a:pt x="4343778" y="6082258"/>
                    <a:pt x="4323583" y="6108738"/>
                  </a:cubicBezTo>
                  <a:cubicBezTo>
                    <a:pt x="4314914" y="6120074"/>
                    <a:pt x="4309961" y="6126884"/>
                    <a:pt x="4309890" y="6133314"/>
                  </a:cubicBezTo>
                  <a:lnTo>
                    <a:pt x="4309890" y="6133315"/>
                  </a:lnTo>
                  <a:lnTo>
                    <a:pt x="4313591" y="6143190"/>
                  </a:lnTo>
                  <a:lnTo>
                    <a:pt x="4325486" y="6155600"/>
                  </a:lnTo>
                  <a:lnTo>
                    <a:pt x="4325488" y="6155603"/>
                  </a:lnTo>
                  <a:cubicBezTo>
                    <a:pt x="4347778" y="6175798"/>
                    <a:pt x="4359398" y="6200945"/>
                    <a:pt x="4364160" y="6228757"/>
                  </a:cubicBezTo>
                  <a:lnTo>
                    <a:pt x="4381497" y="6361540"/>
                  </a:lnTo>
                  <a:lnTo>
                    <a:pt x="4381497" y="6361539"/>
                  </a:lnTo>
                  <a:cubicBezTo>
                    <a:pt x="4377877" y="6317151"/>
                    <a:pt x="4371590" y="6272764"/>
                    <a:pt x="4364160" y="6228756"/>
                  </a:cubicBezTo>
                  <a:cubicBezTo>
                    <a:pt x="4359398" y="6200944"/>
                    <a:pt x="4347778" y="6175797"/>
                    <a:pt x="4325488" y="6155602"/>
                  </a:cubicBezTo>
                  <a:lnTo>
                    <a:pt x="4325486" y="6155600"/>
                  </a:lnTo>
                  <a:lnTo>
                    <a:pt x="4309890" y="6133315"/>
                  </a:lnTo>
                  <a:lnTo>
                    <a:pt x="4323583" y="6108739"/>
                  </a:lnTo>
                  <a:cubicBezTo>
                    <a:pt x="4343778" y="6082259"/>
                    <a:pt x="4362445" y="6054826"/>
                    <a:pt x="4379782" y="6026441"/>
                  </a:cubicBezTo>
                  <a:cubicBezTo>
                    <a:pt x="4385306" y="6017486"/>
                    <a:pt x="4385116" y="6004532"/>
                    <a:pt x="4386259" y="5993292"/>
                  </a:cubicBezTo>
                  <a:lnTo>
                    <a:pt x="4386259" y="5993290"/>
                  </a:lnTo>
                  <a:lnTo>
                    <a:pt x="4389712" y="5964477"/>
                  </a:lnTo>
                  <a:lnTo>
                    <a:pt x="4389878" y="5935950"/>
                  </a:lnTo>
                  <a:lnTo>
                    <a:pt x="4389878" y="5935949"/>
                  </a:lnTo>
                  <a:lnTo>
                    <a:pt x="4389877" y="5935946"/>
                  </a:lnTo>
                  <a:lnTo>
                    <a:pt x="4382997" y="5909351"/>
                  </a:lnTo>
                  <a:lnTo>
                    <a:pt x="4371974" y="5883757"/>
                  </a:lnTo>
                  <a:lnTo>
                    <a:pt x="4371973" y="5883751"/>
                  </a:lnTo>
                  <a:cubicBezTo>
                    <a:pt x="4350063" y="5837457"/>
                    <a:pt x="4322821" y="5794974"/>
                    <a:pt x="4283578" y="5760873"/>
                  </a:cubicBezTo>
                  <a:cubicBezTo>
                    <a:pt x="4278433" y="5756493"/>
                    <a:pt x="4276527" y="5747728"/>
                    <a:pt x="4274812" y="5740488"/>
                  </a:cubicBezTo>
                  <a:cubicBezTo>
                    <a:pt x="4271954" y="5728678"/>
                    <a:pt x="4269289" y="5716485"/>
                    <a:pt x="4268907" y="5704483"/>
                  </a:cubicBezTo>
                  <a:cubicBezTo>
                    <a:pt x="4267003" y="5646189"/>
                    <a:pt x="4240332" y="5600467"/>
                    <a:pt x="4197659" y="5562746"/>
                  </a:cubicBezTo>
                  <a:lnTo>
                    <a:pt x="4188085" y="5547578"/>
                  </a:lnTo>
                  <a:lnTo>
                    <a:pt x="4198231" y="5531694"/>
                  </a:lnTo>
                  <a:lnTo>
                    <a:pt x="4198232" y="5531692"/>
                  </a:lnTo>
                  <a:lnTo>
                    <a:pt x="4206630" y="5520422"/>
                  </a:lnTo>
                  <a:lnTo>
                    <a:pt x="4208850" y="5507668"/>
                  </a:lnTo>
                  <a:lnTo>
                    <a:pt x="4208850" y="5507667"/>
                  </a:lnTo>
                  <a:cubicBezTo>
                    <a:pt x="4208803" y="5498832"/>
                    <a:pt x="4206231" y="5489497"/>
                    <a:pt x="4204327" y="5480637"/>
                  </a:cubicBezTo>
                  <a:cubicBezTo>
                    <a:pt x="4200516" y="5462351"/>
                    <a:pt x="4196514" y="5443870"/>
                    <a:pt x="4192704" y="5425582"/>
                  </a:cubicBezTo>
                  <a:cubicBezTo>
                    <a:pt x="4190038" y="5412057"/>
                    <a:pt x="4187752" y="5398721"/>
                    <a:pt x="4184513" y="5385384"/>
                  </a:cubicBezTo>
                  <a:lnTo>
                    <a:pt x="4179637" y="5355014"/>
                  </a:lnTo>
                  <a:lnTo>
                    <a:pt x="4183557" y="5321350"/>
                  </a:lnTo>
                  <a:lnTo>
                    <a:pt x="4208517" y="5272797"/>
                  </a:lnTo>
                  <a:lnTo>
                    <a:pt x="4225669" y="5241089"/>
                  </a:lnTo>
                  <a:lnTo>
                    <a:pt x="4231973" y="5229433"/>
                  </a:lnTo>
                  <a:lnTo>
                    <a:pt x="4232139" y="5179068"/>
                  </a:lnTo>
                  <a:lnTo>
                    <a:pt x="4232139" y="5179067"/>
                  </a:lnTo>
                  <a:cubicBezTo>
                    <a:pt x="4231663" y="5176876"/>
                    <a:pt x="4230473" y="5174400"/>
                    <a:pt x="4229593" y="5172090"/>
                  </a:cubicBezTo>
                  <a:lnTo>
                    <a:pt x="4228901" y="5166114"/>
                  </a:lnTo>
                  <a:lnTo>
                    <a:pt x="4235616" y="5133225"/>
                  </a:lnTo>
                  <a:lnTo>
                    <a:pt x="4235616" y="5133224"/>
                  </a:lnTo>
                  <a:lnTo>
                    <a:pt x="4235615" y="5133220"/>
                  </a:lnTo>
                  <a:lnTo>
                    <a:pt x="4228473" y="5102461"/>
                  </a:lnTo>
                  <a:lnTo>
                    <a:pt x="4222587" y="5087441"/>
                  </a:lnTo>
                  <a:lnTo>
                    <a:pt x="4222582" y="5087423"/>
                  </a:lnTo>
                  <a:cubicBezTo>
                    <a:pt x="4216496" y="5072411"/>
                    <a:pt x="4210397" y="5057381"/>
                    <a:pt x="4209468" y="5041521"/>
                  </a:cubicBezTo>
                  <a:cubicBezTo>
                    <a:pt x="4208326" y="5022852"/>
                    <a:pt x="4194228" y="5003801"/>
                    <a:pt x="4182989" y="4987037"/>
                  </a:cubicBezTo>
                  <a:lnTo>
                    <a:pt x="4165707" y="4957454"/>
                  </a:lnTo>
                  <a:lnTo>
                    <a:pt x="4158155" y="4933805"/>
                  </a:lnTo>
                  <a:lnTo>
                    <a:pt x="4159557" y="4912169"/>
                  </a:lnTo>
                  <a:cubicBezTo>
                    <a:pt x="4161319" y="4904358"/>
                    <a:pt x="4161831" y="4896714"/>
                    <a:pt x="4161262" y="4889276"/>
                  </a:cubicBezTo>
                  <a:lnTo>
                    <a:pt x="4161262" y="4889275"/>
                  </a:lnTo>
                  <a:lnTo>
                    <a:pt x="4156484" y="4867614"/>
                  </a:lnTo>
                  <a:lnTo>
                    <a:pt x="4153733" y="4863343"/>
                  </a:lnTo>
                  <a:lnTo>
                    <a:pt x="4151983" y="4857317"/>
                  </a:lnTo>
                  <a:cubicBezTo>
                    <a:pt x="4146840" y="4847214"/>
                    <a:pt x="4139839" y="4837703"/>
                    <a:pt x="4131552" y="4828916"/>
                  </a:cubicBezTo>
                  <a:lnTo>
                    <a:pt x="4116716" y="4800483"/>
                  </a:lnTo>
                  <a:lnTo>
                    <a:pt x="4118025" y="4767765"/>
                  </a:lnTo>
                  <a:cubicBezTo>
                    <a:pt x="4123931" y="4738236"/>
                    <a:pt x="4124313" y="4707565"/>
                    <a:pt x="4127932" y="4677656"/>
                  </a:cubicBezTo>
                  <a:cubicBezTo>
                    <a:pt x="4128694" y="4671177"/>
                    <a:pt x="4131362" y="4662987"/>
                    <a:pt x="4135934" y="4659175"/>
                  </a:cubicBezTo>
                  <a:cubicBezTo>
                    <a:pt x="4192704" y="4612501"/>
                    <a:pt x="4193276" y="4546777"/>
                    <a:pt x="4195944" y="4482005"/>
                  </a:cubicBezTo>
                  <a:cubicBezTo>
                    <a:pt x="4197659" y="4442762"/>
                    <a:pt x="4197659" y="4403326"/>
                    <a:pt x="4196706" y="4363891"/>
                  </a:cubicBezTo>
                  <a:lnTo>
                    <a:pt x="4196706" y="4363890"/>
                  </a:lnTo>
                  <a:cubicBezTo>
                    <a:pt x="4196514" y="4350554"/>
                    <a:pt x="4193466" y="4336457"/>
                    <a:pt x="4187752" y="4324645"/>
                  </a:cubicBezTo>
                  <a:cubicBezTo>
                    <a:pt x="4175749" y="4300070"/>
                    <a:pt x="4160129" y="4277401"/>
                    <a:pt x="4147936" y="4253014"/>
                  </a:cubicBezTo>
                  <a:close/>
                  <a:moveTo>
                    <a:pt x="4211111" y="2836172"/>
                  </a:moveTo>
                  <a:lnTo>
                    <a:pt x="4202421" y="2848793"/>
                  </a:lnTo>
                  <a:cubicBezTo>
                    <a:pt x="4197421" y="2865010"/>
                    <a:pt x="4191562" y="2881307"/>
                    <a:pt x="4186816" y="2897785"/>
                  </a:cubicBezTo>
                  <a:lnTo>
                    <a:pt x="4185787" y="2903551"/>
                  </a:lnTo>
                  <a:lnTo>
                    <a:pt x="4182513" y="2914328"/>
                  </a:lnTo>
                  <a:lnTo>
                    <a:pt x="4177882" y="2947858"/>
                  </a:lnTo>
                  <a:lnTo>
                    <a:pt x="4177881" y="2947862"/>
                  </a:lnTo>
                  <a:lnTo>
                    <a:pt x="4177881" y="2947863"/>
                  </a:lnTo>
                  <a:cubicBezTo>
                    <a:pt x="4177512" y="2959157"/>
                    <a:pt x="4178512" y="2970576"/>
                    <a:pt x="4181465" y="2982149"/>
                  </a:cubicBezTo>
                  <a:lnTo>
                    <a:pt x="4193158" y="3077402"/>
                  </a:lnTo>
                  <a:lnTo>
                    <a:pt x="4180703" y="3172654"/>
                  </a:lnTo>
                  <a:cubicBezTo>
                    <a:pt x="4154794" y="3276480"/>
                    <a:pt x="4127362" y="3380305"/>
                    <a:pt x="4133076" y="3489467"/>
                  </a:cubicBezTo>
                  <a:cubicBezTo>
                    <a:pt x="4134028" y="3507563"/>
                    <a:pt x="4122407" y="3529090"/>
                    <a:pt x="4110977" y="3544713"/>
                  </a:cubicBezTo>
                  <a:cubicBezTo>
                    <a:pt x="4100119" y="3559668"/>
                    <a:pt x="4094260" y="3566812"/>
                    <a:pt x="4093355" y="3574408"/>
                  </a:cubicBezTo>
                  <a:lnTo>
                    <a:pt x="4093355" y="3574409"/>
                  </a:lnTo>
                  <a:cubicBezTo>
                    <a:pt x="4092450" y="3582005"/>
                    <a:pt x="4096499" y="3590054"/>
                    <a:pt x="4105453" y="3606818"/>
                  </a:cubicBezTo>
                  <a:cubicBezTo>
                    <a:pt x="4109835" y="3614820"/>
                    <a:pt x="4112501" y="3624726"/>
                    <a:pt x="4118979" y="3630633"/>
                  </a:cubicBezTo>
                  <a:lnTo>
                    <a:pt x="4136708" y="3654416"/>
                  </a:lnTo>
                  <a:lnTo>
                    <a:pt x="4140382" y="3668940"/>
                  </a:lnTo>
                  <a:lnTo>
                    <a:pt x="4143220" y="3680164"/>
                  </a:lnTo>
                  <a:lnTo>
                    <a:pt x="4139172" y="3734837"/>
                  </a:lnTo>
                  <a:lnTo>
                    <a:pt x="4139172" y="3734838"/>
                  </a:lnTo>
                  <a:cubicBezTo>
                    <a:pt x="4138220" y="3741316"/>
                    <a:pt x="4136886" y="3749126"/>
                    <a:pt x="4139554" y="3754653"/>
                  </a:cubicBezTo>
                  <a:lnTo>
                    <a:pt x="4145911" y="3789776"/>
                  </a:lnTo>
                  <a:lnTo>
                    <a:pt x="4130980" y="3822472"/>
                  </a:lnTo>
                  <a:cubicBezTo>
                    <a:pt x="4123932" y="3831902"/>
                    <a:pt x="4118312" y="3842046"/>
                    <a:pt x="4116645" y="3852619"/>
                  </a:cubicBezTo>
                  <a:lnTo>
                    <a:pt x="4116645" y="3852620"/>
                  </a:lnTo>
                  <a:lnTo>
                    <a:pt x="4117425" y="3868764"/>
                  </a:lnTo>
                  <a:lnTo>
                    <a:pt x="4126028" y="3885337"/>
                  </a:lnTo>
                  <a:lnTo>
                    <a:pt x="4126028" y="3885339"/>
                  </a:lnTo>
                  <a:cubicBezTo>
                    <a:pt x="4135744" y="3897722"/>
                    <a:pt x="4143150" y="3910319"/>
                    <a:pt x="4148409" y="3923125"/>
                  </a:cubicBezTo>
                  <a:lnTo>
                    <a:pt x="4157913" y="3962160"/>
                  </a:lnTo>
                  <a:lnTo>
                    <a:pt x="4142221" y="4043838"/>
                  </a:lnTo>
                  <a:lnTo>
                    <a:pt x="4142220" y="4043839"/>
                  </a:lnTo>
                  <a:cubicBezTo>
                    <a:pt x="4133457" y="4063842"/>
                    <a:pt x="4128075" y="4083702"/>
                    <a:pt x="4127099" y="4103825"/>
                  </a:cubicBezTo>
                  <a:lnTo>
                    <a:pt x="4127099" y="4103826"/>
                  </a:lnTo>
                  <a:lnTo>
                    <a:pt x="4129066" y="4134256"/>
                  </a:lnTo>
                  <a:lnTo>
                    <a:pt x="4138410" y="4165382"/>
                  </a:lnTo>
                  <a:lnTo>
                    <a:pt x="4138410" y="4165384"/>
                  </a:lnTo>
                  <a:lnTo>
                    <a:pt x="4142315" y="4192388"/>
                  </a:lnTo>
                  <a:lnTo>
                    <a:pt x="4142315" y="4192387"/>
                  </a:lnTo>
                  <a:cubicBezTo>
                    <a:pt x="4142411" y="4182767"/>
                    <a:pt x="4141839" y="4173480"/>
                    <a:pt x="4138410" y="4165383"/>
                  </a:cubicBezTo>
                  <a:lnTo>
                    <a:pt x="4138410" y="4165382"/>
                  </a:lnTo>
                  <a:lnTo>
                    <a:pt x="4127099" y="4103826"/>
                  </a:lnTo>
                  <a:lnTo>
                    <a:pt x="4142220" y="4043840"/>
                  </a:lnTo>
                  <a:lnTo>
                    <a:pt x="4142221" y="4043838"/>
                  </a:lnTo>
                  <a:lnTo>
                    <a:pt x="4155523" y="4002410"/>
                  </a:lnTo>
                  <a:lnTo>
                    <a:pt x="4157913" y="3962160"/>
                  </a:lnTo>
                  <a:lnTo>
                    <a:pt x="4157913" y="3962159"/>
                  </a:lnTo>
                  <a:cubicBezTo>
                    <a:pt x="4155651" y="3935727"/>
                    <a:pt x="4145460" y="3910104"/>
                    <a:pt x="4126028" y="3885338"/>
                  </a:cubicBezTo>
                  <a:lnTo>
                    <a:pt x="4126028" y="3885337"/>
                  </a:lnTo>
                  <a:lnTo>
                    <a:pt x="4116645" y="3852620"/>
                  </a:lnTo>
                  <a:lnTo>
                    <a:pt x="4130980" y="3822473"/>
                  </a:lnTo>
                  <a:cubicBezTo>
                    <a:pt x="4139172" y="3811614"/>
                    <a:pt x="4144316" y="3800897"/>
                    <a:pt x="4145911" y="3789777"/>
                  </a:cubicBezTo>
                  <a:lnTo>
                    <a:pt x="4145911" y="3789776"/>
                  </a:lnTo>
                  <a:cubicBezTo>
                    <a:pt x="4147507" y="3778655"/>
                    <a:pt x="4145554" y="3767130"/>
                    <a:pt x="4139554" y="3754652"/>
                  </a:cubicBezTo>
                  <a:lnTo>
                    <a:pt x="4139172" y="3734838"/>
                  </a:lnTo>
                  <a:lnTo>
                    <a:pt x="4143220" y="3680164"/>
                  </a:lnTo>
                  <a:lnTo>
                    <a:pt x="4143220" y="3680163"/>
                  </a:lnTo>
                  <a:lnTo>
                    <a:pt x="4140382" y="3668940"/>
                  </a:lnTo>
                  <a:lnTo>
                    <a:pt x="4136708" y="3654416"/>
                  </a:lnTo>
                  <a:lnTo>
                    <a:pt x="4136708" y="3654416"/>
                  </a:lnTo>
                  <a:lnTo>
                    <a:pt x="4136708" y="3654415"/>
                  </a:lnTo>
                  <a:cubicBezTo>
                    <a:pt x="4132898" y="3646123"/>
                    <a:pt x="4127219" y="3638157"/>
                    <a:pt x="4118979" y="3630632"/>
                  </a:cubicBezTo>
                  <a:cubicBezTo>
                    <a:pt x="4112501" y="3624725"/>
                    <a:pt x="4109835" y="3614819"/>
                    <a:pt x="4105453" y="3606817"/>
                  </a:cubicBezTo>
                  <a:cubicBezTo>
                    <a:pt x="4100976" y="3598435"/>
                    <a:pt x="4097725" y="3592232"/>
                    <a:pt x="4095707" y="3587174"/>
                  </a:cubicBezTo>
                  <a:lnTo>
                    <a:pt x="4093355" y="3574408"/>
                  </a:lnTo>
                  <a:lnTo>
                    <a:pt x="4098434" y="3562321"/>
                  </a:lnTo>
                  <a:cubicBezTo>
                    <a:pt x="4101369" y="3557716"/>
                    <a:pt x="4105548" y="3552191"/>
                    <a:pt x="4110977" y="3544714"/>
                  </a:cubicBezTo>
                  <a:cubicBezTo>
                    <a:pt x="4122407" y="3529091"/>
                    <a:pt x="4134028" y="3507564"/>
                    <a:pt x="4133076" y="3489468"/>
                  </a:cubicBezTo>
                  <a:cubicBezTo>
                    <a:pt x="4127362" y="3380306"/>
                    <a:pt x="4154794" y="3276481"/>
                    <a:pt x="4180703" y="3172655"/>
                  </a:cubicBezTo>
                  <a:cubicBezTo>
                    <a:pt x="4188705" y="3140650"/>
                    <a:pt x="4192943" y="3109026"/>
                    <a:pt x="4193158" y="3077402"/>
                  </a:cubicBezTo>
                  <a:lnTo>
                    <a:pt x="4193158" y="3077401"/>
                  </a:lnTo>
                  <a:cubicBezTo>
                    <a:pt x="4193372" y="3045777"/>
                    <a:pt x="4189562" y="3014153"/>
                    <a:pt x="4181465" y="2982148"/>
                  </a:cubicBezTo>
                  <a:lnTo>
                    <a:pt x="4177881" y="2947863"/>
                  </a:lnTo>
                  <a:lnTo>
                    <a:pt x="4177882" y="2947858"/>
                  </a:lnTo>
                  <a:lnTo>
                    <a:pt x="4185787" y="2903551"/>
                  </a:lnTo>
                  <a:lnTo>
                    <a:pt x="4202421" y="2848794"/>
                  </a:lnTo>
                  <a:cubicBezTo>
                    <a:pt x="4203754" y="2844317"/>
                    <a:pt x="4207040" y="2839983"/>
                    <a:pt x="4211111" y="2836173"/>
                  </a:cubicBezTo>
                  <a:close/>
                  <a:moveTo>
                    <a:pt x="3726625" y="1508458"/>
                  </a:moveTo>
                  <a:lnTo>
                    <a:pt x="3698531" y="1596214"/>
                  </a:lnTo>
                  <a:cubicBezTo>
                    <a:pt x="3696054" y="1604979"/>
                    <a:pt x="3697579" y="1615837"/>
                    <a:pt x="3700436" y="1624981"/>
                  </a:cubicBezTo>
                  <a:cubicBezTo>
                    <a:pt x="3710152" y="1656224"/>
                    <a:pt x="3734537" y="1676037"/>
                    <a:pt x="3757017" y="1697754"/>
                  </a:cubicBezTo>
                  <a:cubicBezTo>
                    <a:pt x="3766924" y="1707280"/>
                    <a:pt x="3773972" y="1720424"/>
                    <a:pt x="3779686" y="1733189"/>
                  </a:cubicBezTo>
                  <a:cubicBezTo>
                    <a:pt x="3794357" y="1766336"/>
                    <a:pt x="3807501" y="1800247"/>
                    <a:pt x="3821407" y="1833776"/>
                  </a:cubicBezTo>
                  <a:cubicBezTo>
                    <a:pt x="3822741" y="1837014"/>
                    <a:pt x="3826170" y="1839680"/>
                    <a:pt x="3829028" y="1842159"/>
                  </a:cubicBezTo>
                  <a:cubicBezTo>
                    <a:pt x="3859129" y="1866923"/>
                    <a:pt x="3889418" y="1891498"/>
                    <a:pt x="3919519" y="1916455"/>
                  </a:cubicBezTo>
                  <a:cubicBezTo>
                    <a:pt x="3925233" y="1921217"/>
                    <a:pt x="3929425" y="1928077"/>
                    <a:pt x="3934949" y="1933220"/>
                  </a:cubicBezTo>
                  <a:cubicBezTo>
                    <a:pt x="3942569" y="1940460"/>
                    <a:pt x="3949810" y="1949604"/>
                    <a:pt x="3958954" y="1953414"/>
                  </a:cubicBezTo>
                  <a:cubicBezTo>
                    <a:pt x="3987719" y="1965225"/>
                    <a:pt x="4000103" y="1987895"/>
                    <a:pt x="4005437" y="2016470"/>
                  </a:cubicBezTo>
                  <a:cubicBezTo>
                    <a:pt x="4010390" y="2042571"/>
                    <a:pt x="4014582" y="2068670"/>
                    <a:pt x="4020296" y="2094579"/>
                  </a:cubicBezTo>
                  <a:cubicBezTo>
                    <a:pt x="4027154" y="2126202"/>
                    <a:pt x="4034584" y="2157637"/>
                    <a:pt x="4042967" y="2188880"/>
                  </a:cubicBezTo>
                  <a:cubicBezTo>
                    <a:pt x="4046587" y="2202405"/>
                    <a:pt x="4050777" y="2216693"/>
                    <a:pt x="4058207" y="2228315"/>
                  </a:cubicBezTo>
                  <a:cubicBezTo>
                    <a:pt x="4078782" y="2260891"/>
                    <a:pt x="4092688" y="2295754"/>
                    <a:pt x="4087164" y="2334045"/>
                  </a:cubicBezTo>
                  <a:cubicBezTo>
                    <a:pt x="4082782" y="2364716"/>
                    <a:pt x="4094022" y="2390435"/>
                    <a:pt x="4111549" y="2409486"/>
                  </a:cubicBezTo>
                  <a:cubicBezTo>
                    <a:pt x="4119503" y="2418155"/>
                    <a:pt x="4125016" y="2426977"/>
                    <a:pt x="4128650" y="2435913"/>
                  </a:cubicBezTo>
                  <a:lnTo>
                    <a:pt x="4134481" y="2463018"/>
                  </a:lnTo>
                  <a:lnTo>
                    <a:pt x="4125839" y="2518262"/>
                  </a:lnTo>
                  <a:lnTo>
                    <a:pt x="4125838" y="2518264"/>
                  </a:lnTo>
                  <a:cubicBezTo>
                    <a:pt x="4123171" y="2527790"/>
                    <a:pt x="4122027" y="2536457"/>
                    <a:pt x="4122194" y="2545006"/>
                  </a:cubicBezTo>
                  <a:lnTo>
                    <a:pt x="4122194" y="2545007"/>
                  </a:lnTo>
                  <a:cubicBezTo>
                    <a:pt x="4122360" y="2553556"/>
                    <a:pt x="4123837" y="2561986"/>
                    <a:pt x="4126408" y="2571035"/>
                  </a:cubicBezTo>
                  <a:cubicBezTo>
                    <a:pt x="4138410" y="2612946"/>
                    <a:pt x="4170987" y="2640951"/>
                    <a:pt x="4199563" y="2668002"/>
                  </a:cubicBezTo>
                  <a:cubicBezTo>
                    <a:pt x="4223947" y="2691055"/>
                    <a:pt x="4237663" y="2716964"/>
                    <a:pt x="4247953" y="2745349"/>
                  </a:cubicBezTo>
                  <a:lnTo>
                    <a:pt x="4247954" y="2745352"/>
                  </a:lnTo>
                  <a:lnTo>
                    <a:pt x="4253873" y="2778006"/>
                  </a:lnTo>
                  <a:lnTo>
                    <a:pt x="4253453" y="2785440"/>
                  </a:lnTo>
                  <a:lnTo>
                    <a:pt x="4243374" y="2811780"/>
                  </a:lnTo>
                  <a:lnTo>
                    <a:pt x="4243371" y="2811787"/>
                  </a:lnTo>
                  <a:lnTo>
                    <a:pt x="4243372" y="2811787"/>
                  </a:lnTo>
                  <a:lnTo>
                    <a:pt x="4243374" y="2811780"/>
                  </a:lnTo>
                  <a:lnTo>
                    <a:pt x="4253025" y="2793023"/>
                  </a:lnTo>
                  <a:lnTo>
                    <a:pt x="4253453" y="2785440"/>
                  </a:lnTo>
                  <a:lnTo>
                    <a:pt x="4254654" y="2782305"/>
                  </a:lnTo>
                  <a:lnTo>
                    <a:pt x="4253873" y="2778006"/>
                  </a:lnTo>
                  <a:lnTo>
                    <a:pt x="4254284" y="2770758"/>
                  </a:lnTo>
                  <a:lnTo>
                    <a:pt x="4247954" y="2745352"/>
                  </a:lnTo>
                  <a:lnTo>
                    <a:pt x="4247953" y="2745348"/>
                  </a:lnTo>
                  <a:cubicBezTo>
                    <a:pt x="4237663" y="2716963"/>
                    <a:pt x="4223947" y="2691054"/>
                    <a:pt x="4199563" y="2668001"/>
                  </a:cubicBezTo>
                  <a:cubicBezTo>
                    <a:pt x="4170987" y="2640950"/>
                    <a:pt x="4138410" y="2612945"/>
                    <a:pt x="4126408" y="2571034"/>
                  </a:cubicBezTo>
                  <a:lnTo>
                    <a:pt x="4122194" y="2545007"/>
                  </a:lnTo>
                  <a:lnTo>
                    <a:pt x="4125838" y="2518265"/>
                  </a:lnTo>
                  <a:lnTo>
                    <a:pt x="4125839" y="2518262"/>
                  </a:lnTo>
                  <a:lnTo>
                    <a:pt x="4132419" y="2490551"/>
                  </a:lnTo>
                  <a:lnTo>
                    <a:pt x="4134481" y="2463018"/>
                  </a:lnTo>
                  <a:lnTo>
                    <a:pt x="4134481" y="2463017"/>
                  </a:lnTo>
                  <a:cubicBezTo>
                    <a:pt x="4133600" y="2444777"/>
                    <a:pt x="4127457" y="2426822"/>
                    <a:pt x="4111549" y="2409485"/>
                  </a:cubicBezTo>
                  <a:cubicBezTo>
                    <a:pt x="4094022" y="2390434"/>
                    <a:pt x="4082782" y="2364715"/>
                    <a:pt x="4087164" y="2334044"/>
                  </a:cubicBezTo>
                  <a:cubicBezTo>
                    <a:pt x="4092688" y="2295753"/>
                    <a:pt x="4078782" y="2260890"/>
                    <a:pt x="4058207" y="2228314"/>
                  </a:cubicBezTo>
                  <a:cubicBezTo>
                    <a:pt x="4050777" y="2216692"/>
                    <a:pt x="4046587" y="2202404"/>
                    <a:pt x="4042967" y="2188879"/>
                  </a:cubicBezTo>
                  <a:cubicBezTo>
                    <a:pt x="4034584" y="2157636"/>
                    <a:pt x="4027154" y="2126201"/>
                    <a:pt x="4020296" y="2094578"/>
                  </a:cubicBezTo>
                  <a:cubicBezTo>
                    <a:pt x="4014582" y="2068669"/>
                    <a:pt x="4010390" y="2042570"/>
                    <a:pt x="4005437" y="2016469"/>
                  </a:cubicBezTo>
                  <a:cubicBezTo>
                    <a:pt x="4000103" y="1987894"/>
                    <a:pt x="3987719" y="1965224"/>
                    <a:pt x="3958954" y="1953413"/>
                  </a:cubicBezTo>
                  <a:cubicBezTo>
                    <a:pt x="3949810" y="1949603"/>
                    <a:pt x="3942569" y="1940459"/>
                    <a:pt x="3934949" y="1933219"/>
                  </a:cubicBezTo>
                  <a:cubicBezTo>
                    <a:pt x="3929425" y="1928076"/>
                    <a:pt x="3925233" y="1921216"/>
                    <a:pt x="3919519" y="1916454"/>
                  </a:cubicBezTo>
                  <a:cubicBezTo>
                    <a:pt x="3889418" y="1891497"/>
                    <a:pt x="3859129" y="1866922"/>
                    <a:pt x="3829028" y="1842158"/>
                  </a:cubicBezTo>
                  <a:cubicBezTo>
                    <a:pt x="3826170" y="1839679"/>
                    <a:pt x="3822741" y="1837013"/>
                    <a:pt x="3821407" y="1833775"/>
                  </a:cubicBezTo>
                  <a:cubicBezTo>
                    <a:pt x="3807501" y="1800246"/>
                    <a:pt x="3794358" y="1766335"/>
                    <a:pt x="3779686" y="1733188"/>
                  </a:cubicBezTo>
                  <a:cubicBezTo>
                    <a:pt x="3773972" y="1720423"/>
                    <a:pt x="3766924" y="1707279"/>
                    <a:pt x="3757018" y="1697753"/>
                  </a:cubicBezTo>
                  <a:cubicBezTo>
                    <a:pt x="3734538" y="1676036"/>
                    <a:pt x="3710152" y="1656223"/>
                    <a:pt x="3700436" y="1624980"/>
                  </a:cubicBezTo>
                  <a:cubicBezTo>
                    <a:pt x="3697580" y="1615836"/>
                    <a:pt x="3696055" y="1604978"/>
                    <a:pt x="3698532" y="1596213"/>
                  </a:cubicBezTo>
                  <a:close/>
                  <a:moveTo>
                    <a:pt x="3745230" y="1459073"/>
                  </a:moveTo>
                  <a:lnTo>
                    <a:pt x="3745229" y="1459074"/>
                  </a:lnTo>
                  <a:lnTo>
                    <a:pt x="3736012" y="1481572"/>
                  </a:lnTo>
                  <a:close/>
                  <a:moveTo>
                    <a:pt x="3764423" y="1268758"/>
                  </a:moveTo>
                  <a:cubicBezTo>
                    <a:pt x="3764875" y="1275402"/>
                    <a:pt x="3766447" y="1281689"/>
                    <a:pt x="3769590" y="1286070"/>
                  </a:cubicBezTo>
                  <a:cubicBezTo>
                    <a:pt x="3784163" y="1306930"/>
                    <a:pt x="3790403" y="1328553"/>
                    <a:pt x="3791927" y="1350628"/>
                  </a:cubicBezTo>
                  <a:lnTo>
                    <a:pt x="3786333" y="1413840"/>
                  </a:lnTo>
                  <a:lnTo>
                    <a:pt x="3791928" y="1350627"/>
                  </a:lnTo>
                  <a:cubicBezTo>
                    <a:pt x="3790403" y="1328552"/>
                    <a:pt x="3784164" y="1306930"/>
                    <a:pt x="3769590" y="1286069"/>
                  </a:cubicBezTo>
                  <a:close/>
                  <a:moveTo>
                    <a:pt x="3706152" y="773035"/>
                  </a:moveTo>
                  <a:lnTo>
                    <a:pt x="3706152" y="773036"/>
                  </a:lnTo>
                  <a:cubicBezTo>
                    <a:pt x="3708438" y="800277"/>
                    <a:pt x="3711676" y="827330"/>
                    <a:pt x="3714152" y="854380"/>
                  </a:cubicBezTo>
                  <a:cubicBezTo>
                    <a:pt x="3716438" y="878957"/>
                    <a:pt x="3717200" y="903723"/>
                    <a:pt x="3745205" y="915344"/>
                  </a:cubicBezTo>
                  <a:cubicBezTo>
                    <a:pt x="3749587" y="917060"/>
                    <a:pt x="3752825" y="922774"/>
                    <a:pt x="3755683" y="927156"/>
                  </a:cubicBezTo>
                  <a:cubicBezTo>
                    <a:pt x="3799691" y="994786"/>
                    <a:pt x="3798547" y="1030981"/>
                    <a:pt x="3752063" y="1097088"/>
                  </a:cubicBezTo>
                  <a:cubicBezTo>
                    <a:pt x="3747301" y="1103946"/>
                    <a:pt x="3743871" y="1118614"/>
                    <a:pt x="3747681" y="1123186"/>
                  </a:cubicBezTo>
                  <a:cubicBezTo>
                    <a:pt x="3763493" y="1142618"/>
                    <a:pt x="3770542" y="1162954"/>
                    <a:pt x="3772400" y="1184029"/>
                  </a:cubicBezTo>
                  <a:cubicBezTo>
                    <a:pt x="3770542" y="1162954"/>
                    <a:pt x="3763494" y="1142617"/>
                    <a:pt x="3747682" y="1123185"/>
                  </a:cubicBezTo>
                  <a:cubicBezTo>
                    <a:pt x="3743872" y="1118613"/>
                    <a:pt x="3747302" y="1103945"/>
                    <a:pt x="3752064" y="1097087"/>
                  </a:cubicBezTo>
                  <a:cubicBezTo>
                    <a:pt x="3798548" y="1030980"/>
                    <a:pt x="3799692" y="994785"/>
                    <a:pt x="3755684" y="927155"/>
                  </a:cubicBezTo>
                  <a:cubicBezTo>
                    <a:pt x="3752826" y="922773"/>
                    <a:pt x="3749588" y="917059"/>
                    <a:pt x="3745206" y="915343"/>
                  </a:cubicBezTo>
                  <a:cubicBezTo>
                    <a:pt x="3717200" y="903722"/>
                    <a:pt x="3716438" y="878956"/>
                    <a:pt x="3714152" y="854379"/>
                  </a:cubicBezTo>
                  <a:close/>
                  <a:moveTo>
                    <a:pt x="3761553" y="517851"/>
                  </a:moveTo>
                  <a:lnTo>
                    <a:pt x="3752635" y="556048"/>
                  </a:lnTo>
                  <a:cubicBezTo>
                    <a:pt x="3750539" y="564049"/>
                    <a:pt x="3745015" y="572623"/>
                    <a:pt x="3746157" y="580051"/>
                  </a:cubicBezTo>
                  <a:cubicBezTo>
                    <a:pt x="3749491" y="601579"/>
                    <a:pt x="3747062" y="622201"/>
                    <a:pt x="3742776" y="642538"/>
                  </a:cubicBezTo>
                  <a:lnTo>
                    <a:pt x="3730253" y="694928"/>
                  </a:lnTo>
                  <a:lnTo>
                    <a:pt x="3742777" y="642537"/>
                  </a:lnTo>
                  <a:cubicBezTo>
                    <a:pt x="3747063" y="622201"/>
                    <a:pt x="3749492" y="601578"/>
                    <a:pt x="3746158" y="580050"/>
                  </a:cubicBezTo>
                  <a:cubicBezTo>
                    <a:pt x="3745016" y="572622"/>
                    <a:pt x="3750540" y="564048"/>
                    <a:pt x="3752636" y="556047"/>
                  </a:cubicBezTo>
                  <a:close/>
                  <a:moveTo>
                    <a:pt x="3774848" y="298169"/>
                  </a:moveTo>
                  <a:lnTo>
                    <a:pt x="3760065" y="313534"/>
                  </a:lnTo>
                  <a:cubicBezTo>
                    <a:pt x="3755873" y="316390"/>
                    <a:pt x="3758159" y="330299"/>
                    <a:pt x="3759493" y="338871"/>
                  </a:cubicBezTo>
                  <a:lnTo>
                    <a:pt x="3759500" y="338900"/>
                  </a:lnTo>
                  <a:lnTo>
                    <a:pt x="3769400" y="395640"/>
                  </a:lnTo>
                  <a:lnTo>
                    <a:pt x="3765590" y="367328"/>
                  </a:lnTo>
                  <a:lnTo>
                    <a:pt x="3759500" y="338900"/>
                  </a:lnTo>
                  <a:lnTo>
                    <a:pt x="3759494" y="338870"/>
                  </a:lnTo>
                  <a:cubicBezTo>
                    <a:pt x="3758160" y="330298"/>
                    <a:pt x="3755874" y="316389"/>
                    <a:pt x="3760066" y="313533"/>
                  </a:cubicBezTo>
                  <a:close/>
                  <a:moveTo>
                    <a:pt x="3782393" y="281568"/>
                  </a:moveTo>
                  <a:lnTo>
                    <a:pt x="3777498" y="295415"/>
                  </a:lnTo>
                  <a:lnTo>
                    <a:pt x="3777499" y="295415"/>
                  </a:lnTo>
                  <a:close/>
                  <a:moveTo>
                    <a:pt x="3769073" y="24486"/>
                  </a:moveTo>
                  <a:lnTo>
                    <a:pt x="3766810" y="74129"/>
                  </a:lnTo>
                  <a:cubicBezTo>
                    <a:pt x="3767733" y="91492"/>
                    <a:pt x="3770043" y="108703"/>
                    <a:pt x="3772734" y="125861"/>
                  </a:cubicBezTo>
                  <a:lnTo>
                    <a:pt x="3777129" y="153387"/>
                  </a:lnTo>
                  <a:lnTo>
                    <a:pt x="3785402" y="228944"/>
                  </a:lnTo>
                  <a:lnTo>
                    <a:pt x="3780943" y="177271"/>
                  </a:lnTo>
                  <a:lnTo>
                    <a:pt x="3777129" y="153387"/>
                  </a:lnTo>
                  <a:lnTo>
                    <a:pt x="3776930" y="151569"/>
                  </a:lnTo>
                  <a:cubicBezTo>
                    <a:pt x="3772700" y="125876"/>
                    <a:pt x="3768195" y="100174"/>
                    <a:pt x="3766811" y="74129"/>
                  </a:cubicBezTo>
                  <a:close/>
                  <a:moveTo>
                    <a:pt x="3766492" y="0"/>
                  </a:moveTo>
                  <a:lnTo>
                    <a:pt x="4230600" y="0"/>
                  </a:lnTo>
                  <a:lnTo>
                    <a:pt x="4229473" y="2817"/>
                  </a:lnTo>
                  <a:cubicBezTo>
                    <a:pt x="4221092" y="21486"/>
                    <a:pt x="4218423" y="43012"/>
                    <a:pt x="4215375" y="63587"/>
                  </a:cubicBezTo>
                  <a:cubicBezTo>
                    <a:pt x="4209851" y="101308"/>
                    <a:pt x="4206421" y="139219"/>
                    <a:pt x="4201468" y="176939"/>
                  </a:cubicBezTo>
                  <a:cubicBezTo>
                    <a:pt x="4200325" y="184941"/>
                    <a:pt x="4198231" y="194085"/>
                    <a:pt x="4193466" y="200182"/>
                  </a:cubicBezTo>
                  <a:cubicBezTo>
                    <a:pt x="4161461" y="241901"/>
                    <a:pt x="4152508" y="292579"/>
                    <a:pt x="4155554" y="340774"/>
                  </a:cubicBezTo>
                  <a:cubicBezTo>
                    <a:pt x="4157843" y="378686"/>
                    <a:pt x="4159557" y="415835"/>
                    <a:pt x="4156319" y="453364"/>
                  </a:cubicBezTo>
                  <a:cubicBezTo>
                    <a:pt x="4156127" y="456222"/>
                    <a:pt x="4156509" y="460032"/>
                    <a:pt x="4158033" y="462126"/>
                  </a:cubicBezTo>
                  <a:cubicBezTo>
                    <a:pt x="4168129" y="475081"/>
                    <a:pt x="4168891" y="488607"/>
                    <a:pt x="4170605" y="505182"/>
                  </a:cubicBezTo>
                  <a:cubicBezTo>
                    <a:pt x="4173083" y="528615"/>
                    <a:pt x="4171367" y="550141"/>
                    <a:pt x="4167177" y="571860"/>
                  </a:cubicBezTo>
                  <a:cubicBezTo>
                    <a:pt x="4164129" y="587672"/>
                    <a:pt x="4157843" y="603673"/>
                    <a:pt x="4149840" y="617772"/>
                  </a:cubicBezTo>
                  <a:cubicBezTo>
                    <a:pt x="4138600" y="637392"/>
                    <a:pt x="4134220" y="656255"/>
                    <a:pt x="4149078" y="674923"/>
                  </a:cubicBezTo>
                  <a:cubicBezTo>
                    <a:pt x="4164891" y="695116"/>
                    <a:pt x="4159367" y="717977"/>
                    <a:pt x="4159937" y="740268"/>
                  </a:cubicBezTo>
                  <a:cubicBezTo>
                    <a:pt x="4160129" y="749982"/>
                    <a:pt x="4159747" y="760270"/>
                    <a:pt x="4162223" y="769605"/>
                  </a:cubicBezTo>
                  <a:cubicBezTo>
                    <a:pt x="4169273" y="796655"/>
                    <a:pt x="4179941" y="822756"/>
                    <a:pt x="4184703" y="850189"/>
                  </a:cubicBezTo>
                  <a:cubicBezTo>
                    <a:pt x="4187370" y="865430"/>
                    <a:pt x="4182607" y="882384"/>
                    <a:pt x="4179179" y="898198"/>
                  </a:cubicBezTo>
                  <a:cubicBezTo>
                    <a:pt x="4175559" y="914200"/>
                    <a:pt x="4170035" y="930011"/>
                    <a:pt x="4164319" y="945444"/>
                  </a:cubicBezTo>
                  <a:cubicBezTo>
                    <a:pt x="4160509" y="955920"/>
                    <a:pt x="4156889" y="967350"/>
                    <a:pt x="4150030" y="975733"/>
                  </a:cubicBezTo>
                  <a:cubicBezTo>
                    <a:pt x="4134410" y="994785"/>
                    <a:pt x="4131742" y="1014406"/>
                    <a:pt x="4139934" y="1036887"/>
                  </a:cubicBezTo>
                  <a:cubicBezTo>
                    <a:pt x="4141268" y="1040315"/>
                    <a:pt x="4141268" y="1044315"/>
                    <a:pt x="4141458" y="1048125"/>
                  </a:cubicBezTo>
                  <a:cubicBezTo>
                    <a:pt x="4145458" y="1109091"/>
                    <a:pt x="4147936" y="1170051"/>
                    <a:pt x="4154032" y="1230633"/>
                  </a:cubicBezTo>
                  <a:cubicBezTo>
                    <a:pt x="4156509" y="1255206"/>
                    <a:pt x="4167367" y="1278829"/>
                    <a:pt x="4174225" y="1303024"/>
                  </a:cubicBezTo>
                  <a:cubicBezTo>
                    <a:pt x="4175559" y="1307978"/>
                    <a:pt x="4177655" y="1313504"/>
                    <a:pt x="4176701" y="1318456"/>
                  </a:cubicBezTo>
                  <a:cubicBezTo>
                    <a:pt x="4167177" y="1372368"/>
                    <a:pt x="4181083" y="1422854"/>
                    <a:pt x="4199372" y="1472575"/>
                  </a:cubicBezTo>
                  <a:cubicBezTo>
                    <a:pt x="4201278" y="1477717"/>
                    <a:pt x="4200706" y="1484004"/>
                    <a:pt x="4200325" y="1489720"/>
                  </a:cubicBezTo>
                  <a:cubicBezTo>
                    <a:pt x="4198993" y="1505724"/>
                    <a:pt x="4192324" y="1523059"/>
                    <a:pt x="4196324" y="1537537"/>
                  </a:cubicBezTo>
                  <a:cubicBezTo>
                    <a:pt x="4207374" y="1576019"/>
                    <a:pt x="4220709" y="1614120"/>
                    <a:pt x="4237474" y="1650317"/>
                  </a:cubicBezTo>
                  <a:cubicBezTo>
                    <a:pt x="4254428" y="1687086"/>
                    <a:pt x="4268716" y="1721185"/>
                    <a:pt x="4251572" y="1763287"/>
                  </a:cubicBezTo>
                  <a:cubicBezTo>
                    <a:pt x="4244332" y="1781194"/>
                    <a:pt x="4249476" y="1804816"/>
                    <a:pt x="4251380" y="1825393"/>
                  </a:cubicBezTo>
                  <a:cubicBezTo>
                    <a:pt x="4252904" y="1840441"/>
                    <a:pt x="4261478" y="1854920"/>
                    <a:pt x="4261478" y="1869780"/>
                  </a:cubicBezTo>
                  <a:cubicBezTo>
                    <a:pt x="4261478" y="1909408"/>
                    <a:pt x="4271574" y="1944649"/>
                    <a:pt x="4292149" y="1978940"/>
                  </a:cubicBezTo>
                  <a:cubicBezTo>
                    <a:pt x="4300150" y="1992279"/>
                    <a:pt x="4294815" y="2013043"/>
                    <a:pt x="4296911" y="2030378"/>
                  </a:cubicBezTo>
                  <a:cubicBezTo>
                    <a:pt x="4299388" y="2048668"/>
                    <a:pt x="4301673" y="2067525"/>
                    <a:pt x="4307201" y="2085054"/>
                  </a:cubicBezTo>
                  <a:cubicBezTo>
                    <a:pt x="4321679" y="2130393"/>
                    <a:pt x="4338062" y="2175163"/>
                    <a:pt x="4353302" y="2220312"/>
                  </a:cubicBezTo>
                  <a:cubicBezTo>
                    <a:pt x="4365877" y="2257459"/>
                    <a:pt x="4355970" y="2294039"/>
                    <a:pt x="4350636" y="2330806"/>
                  </a:cubicBezTo>
                  <a:cubicBezTo>
                    <a:pt x="4347205" y="2353859"/>
                    <a:pt x="4339013" y="2375383"/>
                    <a:pt x="4351206" y="2401292"/>
                  </a:cubicBezTo>
                  <a:cubicBezTo>
                    <a:pt x="4362828" y="2426059"/>
                    <a:pt x="4360160" y="2457492"/>
                    <a:pt x="4366446" y="2485307"/>
                  </a:cubicBezTo>
                  <a:cubicBezTo>
                    <a:pt x="4371781" y="2508742"/>
                    <a:pt x="4380354" y="2531409"/>
                    <a:pt x="4388736" y="2554079"/>
                  </a:cubicBezTo>
                  <a:cubicBezTo>
                    <a:pt x="4400168" y="2584942"/>
                    <a:pt x="4412167" y="2615421"/>
                    <a:pt x="4406453" y="2649143"/>
                  </a:cubicBezTo>
                  <a:cubicBezTo>
                    <a:pt x="4399976" y="2687436"/>
                    <a:pt x="4424359" y="2713723"/>
                    <a:pt x="4440554" y="2743826"/>
                  </a:cubicBezTo>
                  <a:cubicBezTo>
                    <a:pt x="4451603" y="2764590"/>
                    <a:pt x="4459795" y="2787259"/>
                    <a:pt x="4466653" y="2809930"/>
                  </a:cubicBezTo>
                  <a:cubicBezTo>
                    <a:pt x="4475607" y="2840219"/>
                    <a:pt x="4480941" y="2871462"/>
                    <a:pt x="4489705" y="2901943"/>
                  </a:cubicBezTo>
                  <a:cubicBezTo>
                    <a:pt x="4502848" y="2948047"/>
                    <a:pt x="4513137" y="2994722"/>
                    <a:pt x="4505897" y="3042728"/>
                  </a:cubicBezTo>
                  <a:cubicBezTo>
                    <a:pt x="4502659" y="3064827"/>
                    <a:pt x="4502848" y="3085403"/>
                    <a:pt x="4507613" y="3107500"/>
                  </a:cubicBezTo>
                  <a:cubicBezTo>
                    <a:pt x="4515422" y="3143695"/>
                    <a:pt x="4516376" y="3180844"/>
                    <a:pt x="4545521" y="3209993"/>
                  </a:cubicBezTo>
                  <a:cubicBezTo>
                    <a:pt x="4555811" y="3220280"/>
                    <a:pt x="4558477" y="3238758"/>
                    <a:pt x="4563811" y="3253809"/>
                  </a:cubicBezTo>
                  <a:cubicBezTo>
                    <a:pt x="4570099" y="3271145"/>
                    <a:pt x="4566858" y="3283908"/>
                    <a:pt x="4548570" y="3293244"/>
                  </a:cubicBezTo>
                  <a:cubicBezTo>
                    <a:pt x="4540379" y="3297434"/>
                    <a:pt x="4532378" y="3309437"/>
                    <a:pt x="4531043" y="3318771"/>
                  </a:cubicBezTo>
                  <a:cubicBezTo>
                    <a:pt x="4527043" y="3346776"/>
                    <a:pt x="4532950" y="3372495"/>
                    <a:pt x="4545904" y="3399546"/>
                  </a:cubicBezTo>
                  <a:cubicBezTo>
                    <a:pt x="4558096" y="3424883"/>
                    <a:pt x="4556762" y="3456508"/>
                    <a:pt x="4561524" y="3485275"/>
                  </a:cubicBezTo>
                  <a:cubicBezTo>
                    <a:pt x="4564954" y="3505657"/>
                    <a:pt x="4572002" y="3526042"/>
                    <a:pt x="4572002" y="3546617"/>
                  </a:cubicBezTo>
                  <a:cubicBezTo>
                    <a:pt x="4572002" y="3572146"/>
                    <a:pt x="4565907" y="3597482"/>
                    <a:pt x="4563620" y="3623201"/>
                  </a:cubicBezTo>
                  <a:cubicBezTo>
                    <a:pt x="4561716" y="3643204"/>
                    <a:pt x="4562478" y="3663589"/>
                    <a:pt x="4560192" y="3683591"/>
                  </a:cubicBezTo>
                  <a:cubicBezTo>
                    <a:pt x="4558477" y="3699976"/>
                    <a:pt x="4554096" y="3716168"/>
                    <a:pt x="4550476" y="3732361"/>
                  </a:cubicBezTo>
                  <a:cubicBezTo>
                    <a:pt x="4549142" y="3738267"/>
                    <a:pt x="4543998" y="3744173"/>
                    <a:pt x="4544759" y="3749506"/>
                  </a:cubicBezTo>
                  <a:cubicBezTo>
                    <a:pt x="4552953" y="3802467"/>
                    <a:pt x="4516376" y="3840569"/>
                    <a:pt x="4500182" y="3885338"/>
                  </a:cubicBezTo>
                  <a:cubicBezTo>
                    <a:pt x="4483035" y="3932394"/>
                    <a:pt x="4456748" y="3977925"/>
                    <a:pt x="4464557" y="4030503"/>
                  </a:cubicBezTo>
                  <a:cubicBezTo>
                    <a:pt x="4469319" y="4062318"/>
                    <a:pt x="4480369" y="4092989"/>
                    <a:pt x="4487039" y="4124614"/>
                  </a:cubicBezTo>
                  <a:cubicBezTo>
                    <a:pt x="4489324" y="4135854"/>
                    <a:pt x="4488943" y="4148427"/>
                    <a:pt x="4486656" y="4159667"/>
                  </a:cubicBezTo>
                  <a:cubicBezTo>
                    <a:pt x="4476177" y="4213961"/>
                    <a:pt x="4474653" y="4267493"/>
                    <a:pt x="4491801" y="4320837"/>
                  </a:cubicBezTo>
                  <a:cubicBezTo>
                    <a:pt x="4494659" y="4329979"/>
                    <a:pt x="4497325" y="4339695"/>
                    <a:pt x="4497325" y="4349222"/>
                  </a:cubicBezTo>
                  <a:cubicBezTo>
                    <a:pt x="4497325" y="4401419"/>
                    <a:pt x="4493324" y="4452665"/>
                    <a:pt x="4474653" y="4502579"/>
                  </a:cubicBezTo>
                  <a:cubicBezTo>
                    <a:pt x="4468368" y="4519343"/>
                    <a:pt x="4472368" y="4539728"/>
                    <a:pt x="4470844" y="4558207"/>
                  </a:cubicBezTo>
                  <a:cubicBezTo>
                    <a:pt x="4469511" y="4575351"/>
                    <a:pt x="4468940" y="4592878"/>
                    <a:pt x="4464557" y="4609452"/>
                  </a:cubicBezTo>
                  <a:cubicBezTo>
                    <a:pt x="4458082" y="4633647"/>
                    <a:pt x="4457320" y="4656126"/>
                    <a:pt x="4463033" y="4681083"/>
                  </a:cubicBezTo>
                  <a:cubicBezTo>
                    <a:pt x="4468368" y="4704895"/>
                    <a:pt x="4465702" y="4730614"/>
                    <a:pt x="4465891" y="4755381"/>
                  </a:cubicBezTo>
                  <a:cubicBezTo>
                    <a:pt x="4466082" y="4783004"/>
                    <a:pt x="4466272" y="4810627"/>
                    <a:pt x="4465319" y="4838250"/>
                  </a:cubicBezTo>
                  <a:cubicBezTo>
                    <a:pt x="4464940" y="4849300"/>
                    <a:pt x="4457320" y="4861873"/>
                    <a:pt x="4460367" y="4871019"/>
                  </a:cubicBezTo>
                  <a:cubicBezTo>
                    <a:pt x="4470653" y="4900546"/>
                    <a:pt x="4458271" y="4930075"/>
                    <a:pt x="4463795" y="4959602"/>
                  </a:cubicBezTo>
                  <a:cubicBezTo>
                    <a:pt x="4466653" y="4974082"/>
                    <a:pt x="4458844" y="4990465"/>
                    <a:pt x="4458082" y="5006086"/>
                  </a:cubicBezTo>
                  <a:cubicBezTo>
                    <a:pt x="4456748" y="5031614"/>
                    <a:pt x="4457320" y="5057141"/>
                    <a:pt x="4456937" y="5082670"/>
                  </a:cubicBezTo>
                  <a:cubicBezTo>
                    <a:pt x="4456748" y="5091052"/>
                    <a:pt x="4455986" y="5099245"/>
                    <a:pt x="4455603" y="5107627"/>
                  </a:cubicBezTo>
                  <a:cubicBezTo>
                    <a:pt x="4455223" y="5115057"/>
                    <a:pt x="4453508" y="5122867"/>
                    <a:pt x="4454840" y="5129916"/>
                  </a:cubicBezTo>
                  <a:cubicBezTo>
                    <a:pt x="4459605" y="5155445"/>
                    <a:pt x="4467415" y="5180591"/>
                    <a:pt x="4470464" y="5206308"/>
                  </a:cubicBezTo>
                  <a:cubicBezTo>
                    <a:pt x="4473130" y="5228597"/>
                    <a:pt x="4469511" y="5251650"/>
                    <a:pt x="4471415" y="5274129"/>
                  </a:cubicBezTo>
                  <a:cubicBezTo>
                    <a:pt x="4474653" y="5313754"/>
                    <a:pt x="4480369" y="5353379"/>
                    <a:pt x="4483990" y="5393005"/>
                  </a:cubicBezTo>
                  <a:cubicBezTo>
                    <a:pt x="4484752" y="5401579"/>
                    <a:pt x="4479988" y="5410531"/>
                    <a:pt x="4479607" y="5419295"/>
                  </a:cubicBezTo>
                  <a:cubicBezTo>
                    <a:pt x="4478656" y="5446728"/>
                    <a:pt x="4478464" y="5474161"/>
                    <a:pt x="4477894" y="5501594"/>
                  </a:cubicBezTo>
                  <a:cubicBezTo>
                    <a:pt x="4477702" y="5517215"/>
                    <a:pt x="4478273" y="5533027"/>
                    <a:pt x="4476560" y="5548460"/>
                  </a:cubicBezTo>
                  <a:cubicBezTo>
                    <a:pt x="4474273" y="5568842"/>
                    <a:pt x="4470844" y="5587321"/>
                    <a:pt x="4485703" y="5606372"/>
                  </a:cubicBezTo>
                  <a:cubicBezTo>
                    <a:pt x="4508755" y="5635711"/>
                    <a:pt x="4499801" y="5673050"/>
                    <a:pt x="4505134" y="5706959"/>
                  </a:cubicBezTo>
                  <a:cubicBezTo>
                    <a:pt x="4506468" y="5715723"/>
                    <a:pt x="4506659" y="5724678"/>
                    <a:pt x="4508183" y="5733440"/>
                  </a:cubicBezTo>
                  <a:cubicBezTo>
                    <a:pt x="4511041" y="5749634"/>
                    <a:pt x="4514279" y="5765635"/>
                    <a:pt x="4517519" y="5781830"/>
                  </a:cubicBezTo>
                  <a:cubicBezTo>
                    <a:pt x="4518089" y="5784686"/>
                    <a:pt x="4518281" y="5787924"/>
                    <a:pt x="4519234" y="5790592"/>
                  </a:cubicBezTo>
                  <a:cubicBezTo>
                    <a:pt x="4527233" y="5815169"/>
                    <a:pt x="4536378" y="5839361"/>
                    <a:pt x="4542855" y="5864318"/>
                  </a:cubicBezTo>
                  <a:cubicBezTo>
                    <a:pt x="4546095" y="5876511"/>
                    <a:pt x="4546476" y="5890037"/>
                    <a:pt x="4544759" y="5902610"/>
                  </a:cubicBezTo>
                  <a:cubicBezTo>
                    <a:pt x="4539808" y="5939377"/>
                    <a:pt x="4537712" y="5975764"/>
                    <a:pt x="4544951" y="6012723"/>
                  </a:cubicBezTo>
                  <a:cubicBezTo>
                    <a:pt x="4547808" y="6027392"/>
                    <a:pt x="4543045" y="6043776"/>
                    <a:pt x="4541332" y="6059397"/>
                  </a:cubicBezTo>
                  <a:cubicBezTo>
                    <a:pt x="4536759" y="6096736"/>
                    <a:pt x="4531805" y="6134075"/>
                    <a:pt x="4527426" y="6171605"/>
                  </a:cubicBezTo>
                  <a:cubicBezTo>
                    <a:pt x="4524758" y="6195037"/>
                    <a:pt x="4523234" y="6218660"/>
                    <a:pt x="4520568" y="6242093"/>
                  </a:cubicBezTo>
                  <a:cubicBezTo>
                    <a:pt x="4517327" y="6269144"/>
                    <a:pt x="4512375" y="6296005"/>
                    <a:pt x="4509706" y="6323058"/>
                  </a:cubicBezTo>
                  <a:cubicBezTo>
                    <a:pt x="4506659" y="6353919"/>
                    <a:pt x="4506089" y="6384972"/>
                    <a:pt x="4502848" y="6415833"/>
                  </a:cubicBezTo>
                  <a:cubicBezTo>
                    <a:pt x="4496563" y="6472225"/>
                    <a:pt x="4489132" y="6528424"/>
                    <a:pt x="4482084" y="6584812"/>
                  </a:cubicBezTo>
                  <a:cubicBezTo>
                    <a:pt x="4475226" y="6639488"/>
                    <a:pt x="4469129" y="6694164"/>
                    <a:pt x="4460557" y="6748458"/>
                  </a:cubicBezTo>
                  <a:cubicBezTo>
                    <a:pt x="4456937" y="6771319"/>
                    <a:pt x="4447030" y="6793035"/>
                    <a:pt x="4441507" y="6815516"/>
                  </a:cubicBezTo>
                  <a:lnTo>
                    <a:pt x="4431806" y="6858001"/>
                  </a:lnTo>
                  <a:lnTo>
                    <a:pt x="4259554" y="6858001"/>
                  </a:lnTo>
                  <a:lnTo>
                    <a:pt x="4259554" y="6858002"/>
                  </a:lnTo>
                  <a:lnTo>
                    <a:pt x="0" y="6858002"/>
                  </a:lnTo>
                  <a:lnTo>
                    <a:pt x="0" y="2"/>
                  </a:lnTo>
                  <a:lnTo>
                    <a:pt x="3766492" y="1"/>
                  </a:lnTo>
                  <a:lnTo>
                    <a:pt x="3769210" y="21486"/>
                  </a:lnTo>
                  <a:close/>
                </a:path>
              </a:pathLst>
            </a:custGeom>
            <a:solidFill>
              <a:schemeClr val="tx1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11F5E451-10F7-ED0C-CCD4-377D05C94A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697284" y="-1"/>
              <a:ext cx="884241" cy="6858002"/>
              <a:chOff x="3697284" y="-1"/>
              <a:chExt cx="884241" cy="6858002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64998B19-A413-034E-0738-10E4C228C1E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-1"/>
                <a:ext cx="884241" cy="6858001"/>
                <a:chOff x="3697284" y="-1"/>
                <a:chExt cx="884241" cy="6858001"/>
              </a:xfrm>
              <a:solidFill>
                <a:srgbClr val="FFFFFF"/>
              </a:solidFill>
              <a:effectLst/>
            </p:grpSpPr>
            <p:sp>
              <p:nvSpPr>
                <p:cNvPr id="17" name="Freeform: Shape 16">
                  <a:extLst>
                    <a:ext uri="{FF2B5EF4-FFF2-40B4-BE49-F238E27FC236}">
                      <a16:creationId xmlns:a16="http://schemas.microsoft.com/office/drawing/2014/main" id="{5107A848-4F35-6B94-5AF9-FD34B4619C8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5573E30A-2B29-7D8D-8DB5-CF9B031890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9909974D-2230-E516-CE5A-2F3D79F530B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0"/>
                <a:ext cx="884241" cy="6858001"/>
                <a:chOff x="3697284" y="-1"/>
                <a:chExt cx="884241" cy="6858001"/>
              </a:xfrm>
              <a:blipFill>
                <a:blip r:embed="rId3">
                  <a:alphaModFix amt="57000"/>
                </a:blip>
                <a:tile tx="0" ty="0" sx="100000" sy="100000" flip="none" algn="tl"/>
              </a:blipFill>
              <a:effectLst/>
            </p:grpSpPr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E0F322EA-6934-538A-1F62-50D9216B4E4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Freeform: Shape 15">
                  <a:extLst>
                    <a:ext uri="{FF2B5EF4-FFF2-40B4-BE49-F238E27FC236}">
                      <a16:creationId xmlns:a16="http://schemas.microsoft.com/office/drawing/2014/main" id="{0D22E9B1-016C-7ADB-73D1-F0ADBAB413C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A68B9B7A-FB9F-A5A0-B3BD-C6751A5E930D}"/>
              </a:ext>
            </a:extLst>
          </p:cNvPr>
          <p:cNvSpPr txBox="1"/>
          <p:nvPr/>
        </p:nvSpPr>
        <p:spPr>
          <a:xfrm>
            <a:off x="266285" y="2921162"/>
            <a:ext cx="354892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chemeClr val="accent5">
                    <a:lumMod val="75000"/>
                  </a:schemeClr>
                </a:solidFill>
                <a:latin typeface="Aptos ExtraBold" panose="020B0004020202020204" pitchFamily="34" charset="0"/>
              </a:rPr>
              <a:t>Bran</a:t>
            </a:r>
            <a:r>
              <a:rPr lang="en-US" sz="6000" dirty="0">
                <a:solidFill>
                  <a:schemeClr val="bg1"/>
                </a:solidFill>
                <a:latin typeface="Aptos ExtraBold" panose="020B0004020202020204" pitchFamily="34" charset="0"/>
              </a:rPr>
              <a:t>ches</a:t>
            </a:r>
            <a:endParaRPr lang="en-US" sz="2800" dirty="0">
              <a:solidFill>
                <a:schemeClr val="bg1"/>
              </a:solidFill>
              <a:latin typeface="Aptos ExtraBold" panose="020B0004020202020204" pitchFamily="34" charset="0"/>
            </a:endParaRPr>
          </a:p>
        </p:txBody>
      </p:sp>
      <p:pic>
        <p:nvPicPr>
          <p:cNvPr id="25" name="Picture 24" descr="A building with balconies and windows&#10;&#10;AI-generated content may be incorrect.">
            <a:extLst>
              <a:ext uri="{FF2B5EF4-FFF2-40B4-BE49-F238E27FC236}">
                <a16:creationId xmlns:a16="http://schemas.microsoft.com/office/drawing/2014/main" id="{536419A8-9EA7-F41A-4ACC-CCAD60E56A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4844026" y="-1741726"/>
            <a:ext cx="4210050" cy="8599715"/>
          </a:xfrm>
          <a:prstGeom prst="rect">
            <a:avLst/>
          </a:prstGeom>
        </p:spPr>
      </p:pic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4A922C98-2C6C-44D1-3D1F-CFDB795838F7}"/>
              </a:ext>
            </a:extLst>
          </p:cNvPr>
          <p:cNvSpPr/>
          <p:nvPr/>
        </p:nvSpPr>
        <p:spPr>
          <a:xfrm>
            <a:off x="7936710" y="-1"/>
            <a:ext cx="4255290" cy="6857990"/>
          </a:xfrm>
          <a:custGeom>
            <a:avLst/>
            <a:gdLst>
              <a:gd name="csX0" fmla="*/ 303288 w 4255290"/>
              <a:gd name="csY0" fmla="*/ 0 h 6857990"/>
              <a:gd name="csX1" fmla="*/ 4255290 w 4255290"/>
              <a:gd name="csY1" fmla="*/ 0 h 6857990"/>
              <a:gd name="csX2" fmla="*/ 4255290 w 4255290"/>
              <a:gd name="csY2" fmla="*/ 6857990 h 6857990"/>
              <a:gd name="csX3" fmla="*/ 554981 w 4255290"/>
              <a:gd name="csY3" fmla="*/ 6857990 h 6857990"/>
              <a:gd name="csX4" fmla="*/ 602453 w 4255290"/>
              <a:gd name="csY4" fmla="*/ 6704262 h 6857990"/>
              <a:gd name="csX5" fmla="*/ 635790 w 4255290"/>
              <a:gd name="csY5" fmla="*/ 6248401 h 6857990"/>
              <a:gd name="csX6" fmla="*/ 7140 w 4255290"/>
              <a:gd name="csY6" fmla="*/ 3943351 h 6857990"/>
              <a:gd name="csX7" fmla="*/ 1112040 w 4255290"/>
              <a:gd name="csY7" fmla="*/ 2038351 h 6857990"/>
              <a:gd name="csX8" fmla="*/ 426240 w 4255290"/>
              <a:gd name="csY8" fmla="*/ 685801 h 6857990"/>
              <a:gd name="csX9" fmla="*/ 303606 w 4255290"/>
              <a:gd name="csY9" fmla="*/ 21432 h 6857990"/>
              <a:gd name="csX10" fmla="*/ 303288 w 4255290"/>
              <a:gd name="csY10" fmla="*/ 0 h 68579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255290" h="6857990">
                <a:moveTo>
                  <a:pt x="303288" y="0"/>
                </a:moveTo>
                <a:lnTo>
                  <a:pt x="4255290" y="0"/>
                </a:lnTo>
                <a:lnTo>
                  <a:pt x="4255290" y="6857990"/>
                </a:lnTo>
                <a:lnTo>
                  <a:pt x="554981" y="6857990"/>
                </a:lnTo>
                <a:lnTo>
                  <a:pt x="602453" y="6704262"/>
                </a:lnTo>
                <a:cubicBezTo>
                  <a:pt x="640156" y="6559154"/>
                  <a:pt x="661190" y="6406357"/>
                  <a:pt x="635790" y="6248401"/>
                </a:cubicBezTo>
                <a:cubicBezTo>
                  <a:pt x="534190" y="5616576"/>
                  <a:pt x="-72235" y="4645026"/>
                  <a:pt x="7140" y="3943351"/>
                </a:cubicBezTo>
                <a:cubicBezTo>
                  <a:pt x="86515" y="3241676"/>
                  <a:pt x="1042190" y="2581276"/>
                  <a:pt x="1112040" y="2038351"/>
                </a:cubicBezTo>
                <a:cubicBezTo>
                  <a:pt x="1181890" y="1495426"/>
                  <a:pt x="543715" y="1104901"/>
                  <a:pt x="426240" y="685801"/>
                </a:cubicBezTo>
                <a:cubicBezTo>
                  <a:pt x="367503" y="476251"/>
                  <a:pt x="316703" y="234951"/>
                  <a:pt x="303606" y="21432"/>
                </a:cubicBezTo>
                <a:lnTo>
                  <a:pt x="303288" y="0"/>
                </a:lnTo>
                <a:close/>
              </a:path>
            </a:pathLst>
          </a:cu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5178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5">
                <a:lumMod val="40000"/>
                <a:lumOff val="60000"/>
              </a:schemeClr>
            </a:gs>
            <a:gs pos="46000">
              <a:schemeClr val="accent5">
                <a:lumMod val="95000"/>
                <a:lumOff val="5000"/>
              </a:schemeClr>
            </a:gs>
            <a:gs pos="100000">
              <a:schemeClr val="accent5">
                <a:lumMod val="60000"/>
              </a:schemeClr>
            </a:gs>
          </a:gsLst>
          <a:path path="circle">
            <a:fillToRect l="50000" t="130000" r="50000" b="-3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78B6DF-4C00-78D2-3854-C85E2A583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F04C6B8B-2DED-66F2-356D-21EDD7236D3C}"/>
              </a:ext>
            </a:extLst>
          </p:cNvPr>
          <p:cNvSpPr/>
          <p:nvPr/>
        </p:nvSpPr>
        <p:spPr>
          <a:xfrm>
            <a:off x="4076700" y="-1"/>
            <a:ext cx="4977376" cy="6857990"/>
          </a:xfrm>
          <a:custGeom>
            <a:avLst/>
            <a:gdLst>
              <a:gd name="csX0" fmla="*/ 0 w 4977376"/>
              <a:gd name="csY0" fmla="*/ 0 h 6857990"/>
              <a:gd name="csX1" fmla="*/ 4163298 w 4977376"/>
              <a:gd name="csY1" fmla="*/ 0 h 6857990"/>
              <a:gd name="csX2" fmla="*/ 4163616 w 4977376"/>
              <a:gd name="csY2" fmla="*/ 21432 h 6857990"/>
              <a:gd name="csX3" fmla="*/ 4286250 w 4977376"/>
              <a:gd name="csY3" fmla="*/ 685801 h 6857990"/>
              <a:gd name="csX4" fmla="*/ 4972050 w 4977376"/>
              <a:gd name="csY4" fmla="*/ 2038351 h 6857990"/>
              <a:gd name="csX5" fmla="*/ 3867150 w 4977376"/>
              <a:gd name="csY5" fmla="*/ 3943351 h 6857990"/>
              <a:gd name="csX6" fmla="*/ 4495800 w 4977376"/>
              <a:gd name="csY6" fmla="*/ 6248401 h 6857990"/>
              <a:gd name="csX7" fmla="*/ 4462463 w 4977376"/>
              <a:gd name="csY7" fmla="*/ 6704262 h 6857990"/>
              <a:gd name="csX8" fmla="*/ 4414991 w 4977376"/>
              <a:gd name="csY8" fmla="*/ 6857990 h 6857990"/>
              <a:gd name="csX9" fmla="*/ 0 w 4977376"/>
              <a:gd name="csY9" fmla="*/ 6857990 h 6857990"/>
              <a:gd name="csX10" fmla="*/ 0 w 4977376"/>
              <a:gd name="csY10" fmla="*/ 0 h 68579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977376" h="6857990">
                <a:moveTo>
                  <a:pt x="0" y="0"/>
                </a:moveTo>
                <a:lnTo>
                  <a:pt x="4163298" y="0"/>
                </a:lnTo>
                <a:lnTo>
                  <a:pt x="4163616" y="21432"/>
                </a:lnTo>
                <a:cubicBezTo>
                  <a:pt x="4176713" y="234951"/>
                  <a:pt x="4227513" y="476251"/>
                  <a:pt x="4286250" y="685801"/>
                </a:cubicBezTo>
                <a:cubicBezTo>
                  <a:pt x="4403725" y="1104901"/>
                  <a:pt x="5041900" y="1495426"/>
                  <a:pt x="4972050" y="2038351"/>
                </a:cubicBezTo>
                <a:cubicBezTo>
                  <a:pt x="4902200" y="2581276"/>
                  <a:pt x="3946525" y="3241676"/>
                  <a:pt x="3867150" y="3943351"/>
                </a:cubicBezTo>
                <a:cubicBezTo>
                  <a:pt x="3787775" y="4645026"/>
                  <a:pt x="4394200" y="5616576"/>
                  <a:pt x="4495800" y="6248401"/>
                </a:cubicBezTo>
                <a:cubicBezTo>
                  <a:pt x="4521200" y="6406357"/>
                  <a:pt x="4500166" y="6559154"/>
                  <a:pt x="4462463" y="6704262"/>
                </a:cubicBezTo>
                <a:lnTo>
                  <a:pt x="4414991" y="6857990"/>
                </a:lnTo>
                <a:lnTo>
                  <a:pt x="0" y="685799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806F19A-A4A9-0703-446A-523AC0BFF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-1"/>
            <a:ext cx="4581527" cy="6858002"/>
            <a:chOff x="-2" y="-1"/>
            <a:chExt cx="4581527" cy="6858002"/>
          </a:xfrm>
          <a:effectLst>
            <a:outerShdw blurRad="381000" dist="50800" algn="ctr" rotWithShape="0">
              <a:srgbClr val="000000">
                <a:alpha val="10000"/>
              </a:srgbClr>
            </a:outerShdw>
          </a:effectLst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5A5F2C85-102C-DC8F-3B83-1C2EEC10C2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2" y="-1"/>
              <a:ext cx="4572002" cy="6858002"/>
            </a:xfrm>
            <a:custGeom>
              <a:avLst/>
              <a:gdLst>
                <a:gd name="connsiteX0" fmla="*/ 4214994 w 4572002"/>
                <a:gd name="connsiteY0" fmla="*/ 6564620 h 6858002"/>
                <a:gd name="connsiteX1" fmla="*/ 4214994 w 4572002"/>
                <a:gd name="connsiteY1" fmla="*/ 6564621 h 6858002"/>
                <a:gd name="connsiteX2" fmla="*/ 4237474 w 4572002"/>
                <a:gd name="connsiteY2" fmla="*/ 6588626 h 6858002"/>
                <a:gd name="connsiteX3" fmla="*/ 4254096 w 4572002"/>
                <a:gd name="connsiteY3" fmla="*/ 6625225 h 6858002"/>
                <a:gd name="connsiteX4" fmla="*/ 4247001 w 4572002"/>
                <a:gd name="connsiteY4" fmla="*/ 6662540 h 6858002"/>
                <a:gd name="connsiteX5" fmla="*/ 4247000 w 4572002"/>
                <a:gd name="connsiteY5" fmla="*/ 6662541 h 6858002"/>
                <a:gd name="connsiteX6" fmla="*/ 4246999 w 4572002"/>
                <a:gd name="connsiteY6" fmla="*/ 6662544 h 6858002"/>
                <a:gd name="connsiteX7" fmla="*/ 4235550 w 4572002"/>
                <a:gd name="connsiteY7" fmla="*/ 6683027 h 6858002"/>
                <a:gd name="connsiteX8" fmla="*/ 4232403 w 4572002"/>
                <a:gd name="connsiteY8" fmla="*/ 6702976 h 6858002"/>
                <a:gd name="connsiteX9" fmla="*/ 4232403 w 4572002"/>
                <a:gd name="connsiteY9" fmla="*/ 6702977 h 6858002"/>
                <a:gd name="connsiteX10" fmla="*/ 4246238 w 4572002"/>
                <a:gd name="connsiteY10" fmla="*/ 6742553 h 6858002"/>
                <a:gd name="connsiteX11" fmla="*/ 4246239 w 4572002"/>
                <a:gd name="connsiteY11" fmla="*/ 6742555 h 6858002"/>
                <a:gd name="connsiteX12" fmla="*/ 4265716 w 4572002"/>
                <a:gd name="connsiteY12" fmla="*/ 6812062 h 6858002"/>
                <a:gd name="connsiteX13" fmla="*/ 4265717 w 4572002"/>
                <a:gd name="connsiteY13" fmla="*/ 6812064 h 6858002"/>
                <a:gd name="connsiteX14" fmla="*/ 4265717 w 4572002"/>
                <a:gd name="connsiteY14" fmla="*/ 6812063 h 6858002"/>
                <a:gd name="connsiteX15" fmla="*/ 4265716 w 4572002"/>
                <a:gd name="connsiteY15" fmla="*/ 6812062 h 6858002"/>
                <a:gd name="connsiteX16" fmla="*/ 4260942 w 4572002"/>
                <a:gd name="connsiteY16" fmla="*/ 6776800 h 6858002"/>
                <a:gd name="connsiteX17" fmla="*/ 4246239 w 4572002"/>
                <a:gd name="connsiteY17" fmla="*/ 6742555 h 6858002"/>
                <a:gd name="connsiteX18" fmla="*/ 4246238 w 4572002"/>
                <a:gd name="connsiteY18" fmla="*/ 6742552 h 6858002"/>
                <a:gd name="connsiteX19" fmla="*/ 4232403 w 4572002"/>
                <a:gd name="connsiteY19" fmla="*/ 6702976 h 6858002"/>
                <a:gd name="connsiteX20" fmla="*/ 4246999 w 4572002"/>
                <a:gd name="connsiteY20" fmla="*/ 6662544 h 6858002"/>
                <a:gd name="connsiteX21" fmla="*/ 4247000 w 4572002"/>
                <a:gd name="connsiteY21" fmla="*/ 6662542 h 6858002"/>
                <a:gd name="connsiteX22" fmla="*/ 4247001 w 4572002"/>
                <a:gd name="connsiteY22" fmla="*/ 6662540 h 6858002"/>
                <a:gd name="connsiteX23" fmla="*/ 4254084 w 4572002"/>
                <a:gd name="connsiteY23" fmla="*/ 6645552 h 6858002"/>
                <a:gd name="connsiteX24" fmla="*/ 4254096 w 4572002"/>
                <a:gd name="connsiteY24" fmla="*/ 6625225 h 6858002"/>
                <a:gd name="connsiteX25" fmla="*/ 4254096 w 4572002"/>
                <a:gd name="connsiteY25" fmla="*/ 6625224 h 6858002"/>
                <a:gd name="connsiteX26" fmla="*/ 4237474 w 4572002"/>
                <a:gd name="connsiteY26" fmla="*/ 6588625 h 6858002"/>
                <a:gd name="connsiteX27" fmla="*/ 4295315 w 4572002"/>
                <a:gd name="connsiteY27" fmla="*/ 6438981 h 6858002"/>
                <a:gd name="connsiteX28" fmla="*/ 4275385 w 4572002"/>
                <a:gd name="connsiteY28" fmla="*/ 6463840 h 6858002"/>
                <a:gd name="connsiteX29" fmla="*/ 4275382 w 4572002"/>
                <a:gd name="connsiteY29" fmla="*/ 6463849 h 6858002"/>
                <a:gd name="connsiteX30" fmla="*/ 4261587 w 4572002"/>
                <a:gd name="connsiteY30" fmla="*/ 6513012 h 6858002"/>
                <a:gd name="connsiteX31" fmla="*/ 4242781 w 4572002"/>
                <a:gd name="connsiteY31" fmla="*/ 6546194 h 6858002"/>
                <a:gd name="connsiteX32" fmla="*/ 4242781 w 4572002"/>
                <a:gd name="connsiteY32" fmla="*/ 6546195 h 6858002"/>
                <a:gd name="connsiteX33" fmla="*/ 4259120 w 4572002"/>
                <a:gd name="connsiteY33" fmla="*/ 6521804 h 6858002"/>
                <a:gd name="connsiteX34" fmla="*/ 4261587 w 4572002"/>
                <a:gd name="connsiteY34" fmla="*/ 6513012 h 6858002"/>
                <a:gd name="connsiteX35" fmla="*/ 4264398 w 4572002"/>
                <a:gd name="connsiteY35" fmla="*/ 6508052 h 6858002"/>
                <a:gd name="connsiteX36" fmla="*/ 4275382 w 4572002"/>
                <a:gd name="connsiteY36" fmla="*/ 6463849 h 6858002"/>
                <a:gd name="connsiteX37" fmla="*/ 4275385 w 4572002"/>
                <a:gd name="connsiteY37" fmla="*/ 6463841 h 6858002"/>
                <a:gd name="connsiteX38" fmla="*/ 4295315 w 4572002"/>
                <a:gd name="connsiteY38" fmla="*/ 6438981 h 6858002"/>
                <a:gd name="connsiteX39" fmla="*/ 4381289 w 4572002"/>
                <a:gd name="connsiteY39" fmla="*/ 6365204 h 6858002"/>
                <a:gd name="connsiteX40" fmla="*/ 4380008 w 4572002"/>
                <a:gd name="connsiteY40" fmla="*/ 6387910 h 6858002"/>
                <a:gd name="connsiteX41" fmla="*/ 4378243 w 4572002"/>
                <a:gd name="connsiteY41" fmla="*/ 6391549 h 6858002"/>
                <a:gd name="connsiteX42" fmla="*/ 4370589 w 4572002"/>
                <a:gd name="connsiteY42" fmla="*/ 6407332 h 6858002"/>
                <a:gd name="connsiteX43" fmla="*/ 4370589 w 4572002"/>
                <a:gd name="connsiteY43" fmla="*/ 6407333 h 6858002"/>
                <a:gd name="connsiteX44" fmla="*/ 4378243 w 4572002"/>
                <a:gd name="connsiteY44" fmla="*/ 6391549 h 6858002"/>
                <a:gd name="connsiteX45" fmla="*/ 4380008 w 4572002"/>
                <a:gd name="connsiteY45" fmla="*/ 6387910 h 6858002"/>
                <a:gd name="connsiteX46" fmla="*/ 4142220 w 4572002"/>
                <a:gd name="connsiteY46" fmla="*/ 4221391 h 6858002"/>
                <a:gd name="connsiteX47" fmla="*/ 4142220 w 4572002"/>
                <a:gd name="connsiteY47" fmla="*/ 4221392 h 6858002"/>
                <a:gd name="connsiteX48" fmla="*/ 4147936 w 4572002"/>
                <a:gd name="connsiteY48" fmla="*/ 4253015 h 6858002"/>
                <a:gd name="connsiteX49" fmla="*/ 4187752 w 4572002"/>
                <a:gd name="connsiteY49" fmla="*/ 4324646 h 6858002"/>
                <a:gd name="connsiteX50" fmla="*/ 4196706 w 4572002"/>
                <a:gd name="connsiteY50" fmla="*/ 4363891 h 6858002"/>
                <a:gd name="connsiteX51" fmla="*/ 4195944 w 4572002"/>
                <a:gd name="connsiteY51" fmla="*/ 4482004 h 6858002"/>
                <a:gd name="connsiteX52" fmla="*/ 4135934 w 4572002"/>
                <a:gd name="connsiteY52" fmla="*/ 4659174 h 6858002"/>
                <a:gd name="connsiteX53" fmla="*/ 4127932 w 4572002"/>
                <a:gd name="connsiteY53" fmla="*/ 4677655 h 6858002"/>
                <a:gd name="connsiteX54" fmla="*/ 4118025 w 4572002"/>
                <a:gd name="connsiteY54" fmla="*/ 4767764 h 6858002"/>
                <a:gd name="connsiteX55" fmla="*/ 4116716 w 4572002"/>
                <a:gd name="connsiteY55" fmla="*/ 4800483 h 6858002"/>
                <a:gd name="connsiteX56" fmla="*/ 4116716 w 4572002"/>
                <a:gd name="connsiteY56" fmla="*/ 4800484 h 6858002"/>
                <a:gd name="connsiteX57" fmla="*/ 4131552 w 4572002"/>
                <a:gd name="connsiteY57" fmla="*/ 4828917 h 6858002"/>
                <a:gd name="connsiteX58" fmla="*/ 4153733 w 4572002"/>
                <a:gd name="connsiteY58" fmla="*/ 4863343 h 6858002"/>
                <a:gd name="connsiteX59" fmla="*/ 4161262 w 4572002"/>
                <a:gd name="connsiteY59" fmla="*/ 4889275 h 6858002"/>
                <a:gd name="connsiteX60" fmla="*/ 4159557 w 4572002"/>
                <a:gd name="connsiteY60" fmla="*/ 4912168 h 6858002"/>
                <a:gd name="connsiteX61" fmla="*/ 4158155 w 4572002"/>
                <a:gd name="connsiteY61" fmla="*/ 4933804 h 6858002"/>
                <a:gd name="connsiteX62" fmla="*/ 4158155 w 4572002"/>
                <a:gd name="connsiteY62" fmla="*/ 4933805 h 6858002"/>
                <a:gd name="connsiteX63" fmla="*/ 4162914 w 4572002"/>
                <a:gd name="connsiteY63" fmla="*/ 4952673 h 6858002"/>
                <a:gd name="connsiteX64" fmla="*/ 4165707 w 4572002"/>
                <a:gd name="connsiteY64" fmla="*/ 4957454 h 6858002"/>
                <a:gd name="connsiteX65" fmla="*/ 4166985 w 4572002"/>
                <a:gd name="connsiteY65" fmla="*/ 4961456 h 6858002"/>
                <a:gd name="connsiteX66" fmla="*/ 4182989 w 4572002"/>
                <a:gd name="connsiteY66" fmla="*/ 4987038 h 6858002"/>
                <a:gd name="connsiteX67" fmla="*/ 4209468 w 4572002"/>
                <a:gd name="connsiteY67" fmla="*/ 5041522 h 6858002"/>
                <a:gd name="connsiteX68" fmla="*/ 4216684 w 4572002"/>
                <a:gd name="connsiteY68" fmla="*/ 5072376 h 6858002"/>
                <a:gd name="connsiteX69" fmla="*/ 4222587 w 4572002"/>
                <a:gd name="connsiteY69" fmla="*/ 5087441 h 6858002"/>
                <a:gd name="connsiteX70" fmla="*/ 4235615 w 4572002"/>
                <a:gd name="connsiteY70" fmla="*/ 5133220 h 6858002"/>
                <a:gd name="connsiteX71" fmla="*/ 4235616 w 4572002"/>
                <a:gd name="connsiteY71" fmla="*/ 5133225 h 6858002"/>
                <a:gd name="connsiteX72" fmla="*/ 4228901 w 4572002"/>
                <a:gd name="connsiteY72" fmla="*/ 5166113 h 6858002"/>
                <a:gd name="connsiteX73" fmla="*/ 4228901 w 4572002"/>
                <a:gd name="connsiteY73" fmla="*/ 5166114 h 6858002"/>
                <a:gd name="connsiteX74" fmla="*/ 4229593 w 4572002"/>
                <a:gd name="connsiteY74" fmla="*/ 5172091 h 6858002"/>
                <a:gd name="connsiteX75" fmla="*/ 4232139 w 4572002"/>
                <a:gd name="connsiteY75" fmla="*/ 5179068 h 6858002"/>
                <a:gd name="connsiteX76" fmla="*/ 4231973 w 4572002"/>
                <a:gd name="connsiteY76" fmla="*/ 5229434 h 6858002"/>
                <a:gd name="connsiteX77" fmla="*/ 4225669 w 4572002"/>
                <a:gd name="connsiteY77" fmla="*/ 5241089 h 6858002"/>
                <a:gd name="connsiteX78" fmla="*/ 4208517 w 4572002"/>
                <a:gd name="connsiteY78" fmla="*/ 5272796 h 6858002"/>
                <a:gd name="connsiteX79" fmla="*/ 4184613 w 4572002"/>
                <a:gd name="connsiteY79" fmla="*/ 5312288 h 6858002"/>
                <a:gd name="connsiteX80" fmla="*/ 4183557 w 4572002"/>
                <a:gd name="connsiteY80" fmla="*/ 5321350 h 6858002"/>
                <a:gd name="connsiteX81" fmla="*/ 4181083 w 4572002"/>
                <a:gd name="connsiteY81" fmla="*/ 5326163 h 6858002"/>
                <a:gd name="connsiteX82" fmla="*/ 4179637 w 4572002"/>
                <a:gd name="connsiteY82" fmla="*/ 5355014 h 6858002"/>
                <a:gd name="connsiteX83" fmla="*/ 4179637 w 4572002"/>
                <a:gd name="connsiteY83" fmla="*/ 5355015 h 6858002"/>
                <a:gd name="connsiteX84" fmla="*/ 4184513 w 4572002"/>
                <a:gd name="connsiteY84" fmla="*/ 5385385 h 6858002"/>
                <a:gd name="connsiteX85" fmla="*/ 4192704 w 4572002"/>
                <a:gd name="connsiteY85" fmla="*/ 5425583 h 6858002"/>
                <a:gd name="connsiteX86" fmla="*/ 4204327 w 4572002"/>
                <a:gd name="connsiteY86" fmla="*/ 5480638 h 6858002"/>
                <a:gd name="connsiteX87" fmla="*/ 4208850 w 4572002"/>
                <a:gd name="connsiteY87" fmla="*/ 5507668 h 6858002"/>
                <a:gd name="connsiteX88" fmla="*/ 4198232 w 4572002"/>
                <a:gd name="connsiteY88" fmla="*/ 5531692 h 6858002"/>
                <a:gd name="connsiteX89" fmla="*/ 4198231 w 4572002"/>
                <a:gd name="connsiteY89" fmla="*/ 5531693 h 6858002"/>
                <a:gd name="connsiteX90" fmla="*/ 4188085 w 4572002"/>
                <a:gd name="connsiteY90" fmla="*/ 5547578 h 6858002"/>
                <a:gd name="connsiteX91" fmla="*/ 4188085 w 4572002"/>
                <a:gd name="connsiteY91" fmla="*/ 5547579 h 6858002"/>
                <a:gd name="connsiteX92" fmla="*/ 4197659 w 4572002"/>
                <a:gd name="connsiteY92" fmla="*/ 5562747 h 6858002"/>
                <a:gd name="connsiteX93" fmla="*/ 4268907 w 4572002"/>
                <a:gd name="connsiteY93" fmla="*/ 5704484 h 6858002"/>
                <a:gd name="connsiteX94" fmla="*/ 4274812 w 4572002"/>
                <a:gd name="connsiteY94" fmla="*/ 5740489 h 6858002"/>
                <a:gd name="connsiteX95" fmla="*/ 4283578 w 4572002"/>
                <a:gd name="connsiteY95" fmla="*/ 5760874 h 6858002"/>
                <a:gd name="connsiteX96" fmla="*/ 4371973 w 4572002"/>
                <a:gd name="connsiteY96" fmla="*/ 5883752 h 6858002"/>
                <a:gd name="connsiteX97" fmla="*/ 4371974 w 4572002"/>
                <a:gd name="connsiteY97" fmla="*/ 5883757 h 6858002"/>
                <a:gd name="connsiteX98" fmla="*/ 4389877 w 4572002"/>
                <a:gd name="connsiteY98" fmla="*/ 5935946 h 6858002"/>
                <a:gd name="connsiteX99" fmla="*/ 4389878 w 4572002"/>
                <a:gd name="connsiteY99" fmla="*/ 5935950 h 6858002"/>
                <a:gd name="connsiteX100" fmla="*/ 4386259 w 4572002"/>
                <a:gd name="connsiteY100" fmla="*/ 5993290 h 6858002"/>
                <a:gd name="connsiteX101" fmla="*/ 4386259 w 4572002"/>
                <a:gd name="connsiteY101" fmla="*/ 5993291 h 6858002"/>
                <a:gd name="connsiteX102" fmla="*/ 4379782 w 4572002"/>
                <a:gd name="connsiteY102" fmla="*/ 6026440 h 6858002"/>
                <a:gd name="connsiteX103" fmla="*/ 4323583 w 4572002"/>
                <a:gd name="connsiteY103" fmla="*/ 6108738 h 6858002"/>
                <a:gd name="connsiteX104" fmla="*/ 4309890 w 4572002"/>
                <a:gd name="connsiteY104" fmla="*/ 6133314 h 6858002"/>
                <a:gd name="connsiteX105" fmla="*/ 4309890 w 4572002"/>
                <a:gd name="connsiteY105" fmla="*/ 6133315 h 6858002"/>
                <a:gd name="connsiteX106" fmla="*/ 4313591 w 4572002"/>
                <a:gd name="connsiteY106" fmla="*/ 6143190 h 6858002"/>
                <a:gd name="connsiteX107" fmla="*/ 4325486 w 4572002"/>
                <a:gd name="connsiteY107" fmla="*/ 6155600 h 6858002"/>
                <a:gd name="connsiteX108" fmla="*/ 4325488 w 4572002"/>
                <a:gd name="connsiteY108" fmla="*/ 6155603 h 6858002"/>
                <a:gd name="connsiteX109" fmla="*/ 4364160 w 4572002"/>
                <a:gd name="connsiteY109" fmla="*/ 6228757 h 6858002"/>
                <a:gd name="connsiteX110" fmla="*/ 4381497 w 4572002"/>
                <a:gd name="connsiteY110" fmla="*/ 6361540 h 6858002"/>
                <a:gd name="connsiteX111" fmla="*/ 4381497 w 4572002"/>
                <a:gd name="connsiteY111" fmla="*/ 6361539 h 6858002"/>
                <a:gd name="connsiteX112" fmla="*/ 4364160 w 4572002"/>
                <a:gd name="connsiteY112" fmla="*/ 6228756 h 6858002"/>
                <a:gd name="connsiteX113" fmla="*/ 4325488 w 4572002"/>
                <a:gd name="connsiteY113" fmla="*/ 6155602 h 6858002"/>
                <a:gd name="connsiteX114" fmla="*/ 4325486 w 4572002"/>
                <a:gd name="connsiteY114" fmla="*/ 6155600 h 6858002"/>
                <a:gd name="connsiteX115" fmla="*/ 4309890 w 4572002"/>
                <a:gd name="connsiteY115" fmla="*/ 6133315 h 6858002"/>
                <a:gd name="connsiteX116" fmla="*/ 4323583 w 4572002"/>
                <a:gd name="connsiteY116" fmla="*/ 6108739 h 6858002"/>
                <a:gd name="connsiteX117" fmla="*/ 4379782 w 4572002"/>
                <a:gd name="connsiteY117" fmla="*/ 6026441 h 6858002"/>
                <a:gd name="connsiteX118" fmla="*/ 4386259 w 4572002"/>
                <a:gd name="connsiteY118" fmla="*/ 5993292 h 6858002"/>
                <a:gd name="connsiteX119" fmla="*/ 4386259 w 4572002"/>
                <a:gd name="connsiteY119" fmla="*/ 5993290 h 6858002"/>
                <a:gd name="connsiteX120" fmla="*/ 4389712 w 4572002"/>
                <a:gd name="connsiteY120" fmla="*/ 5964477 h 6858002"/>
                <a:gd name="connsiteX121" fmla="*/ 4389878 w 4572002"/>
                <a:gd name="connsiteY121" fmla="*/ 5935950 h 6858002"/>
                <a:gd name="connsiteX122" fmla="*/ 4389878 w 4572002"/>
                <a:gd name="connsiteY122" fmla="*/ 5935949 h 6858002"/>
                <a:gd name="connsiteX123" fmla="*/ 4389877 w 4572002"/>
                <a:gd name="connsiteY123" fmla="*/ 5935946 h 6858002"/>
                <a:gd name="connsiteX124" fmla="*/ 4382997 w 4572002"/>
                <a:gd name="connsiteY124" fmla="*/ 5909351 h 6858002"/>
                <a:gd name="connsiteX125" fmla="*/ 4371974 w 4572002"/>
                <a:gd name="connsiteY125" fmla="*/ 5883757 h 6858002"/>
                <a:gd name="connsiteX126" fmla="*/ 4371973 w 4572002"/>
                <a:gd name="connsiteY126" fmla="*/ 5883751 h 6858002"/>
                <a:gd name="connsiteX127" fmla="*/ 4283578 w 4572002"/>
                <a:gd name="connsiteY127" fmla="*/ 5760873 h 6858002"/>
                <a:gd name="connsiteX128" fmla="*/ 4274812 w 4572002"/>
                <a:gd name="connsiteY128" fmla="*/ 5740488 h 6858002"/>
                <a:gd name="connsiteX129" fmla="*/ 4268907 w 4572002"/>
                <a:gd name="connsiteY129" fmla="*/ 5704483 h 6858002"/>
                <a:gd name="connsiteX130" fmla="*/ 4197659 w 4572002"/>
                <a:gd name="connsiteY130" fmla="*/ 5562746 h 6858002"/>
                <a:gd name="connsiteX131" fmla="*/ 4188085 w 4572002"/>
                <a:gd name="connsiteY131" fmla="*/ 5547578 h 6858002"/>
                <a:gd name="connsiteX132" fmla="*/ 4198231 w 4572002"/>
                <a:gd name="connsiteY132" fmla="*/ 5531694 h 6858002"/>
                <a:gd name="connsiteX133" fmla="*/ 4198232 w 4572002"/>
                <a:gd name="connsiteY133" fmla="*/ 5531692 h 6858002"/>
                <a:gd name="connsiteX134" fmla="*/ 4206630 w 4572002"/>
                <a:gd name="connsiteY134" fmla="*/ 5520422 h 6858002"/>
                <a:gd name="connsiteX135" fmla="*/ 4208850 w 4572002"/>
                <a:gd name="connsiteY135" fmla="*/ 5507668 h 6858002"/>
                <a:gd name="connsiteX136" fmla="*/ 4208850 w 4572002"/>
                <a:gd name="connsiteY136" fmla="*/ 5507667 h 6858002"/>
                <a:gd name="connsiteX137" fmla="*/ 4204327 w 4572002"/>
                <a:gd name="connsiteY137" fmla="*/ 5480637 h 6858002"/>
                <a:gd name="connsiteX138" fmla="*/ 4192704 w 4572002"/>
                <a:gd name="connsiteY138" fmla="*/ 5425582 h 6858002"/>
                <a:gd name="connsiteX139" fmla="*/ 4184513 w 4572002"/>
                <a:gd name="connsiteY139" fmla="*/ 5385384 h 6858002"/>
                <a:gd name="connsiteX140" fmla="*/ 4179637 w 4572002"/>
                <a:gd name="connsiteY140" fmla="*/ 5355014 h 6858002"/>
                <a:gd name="connsiteX141" fmla="*/ 4183557 w 4572002"/>
                <a:gd name="connsiteY141" fmla="*/ 5321350 h 6858002"/>
                <a:gd name="connsiteX142" fmla="*/ 4208517 w 4572002"/>
                <a:gd name="connsiteY142" fmla="*/ 5272797 h 6858002"/>
                <a:gd name="connsiteX143" fmla="*/ 4225669 w 4572002"/>
                <a:gd name="connsiteY143" fmla="*/ 5241089 h 6858002"/>
                <a:gd name="connsiteX144" fmla="*/ 4231973 w 4572002"/>
                <a:gd name="connsiteY144" fmla="*/ 5229433 h 6858002"/>
                <a:gd name="connsiteX145" fmla="*/ 4232139 w 4572002"/>
                <a:gd name="connsiteY145" fmla="*/ 5179068 h 6858002"/>
                <a:gd name="connsiteX146" fmla="*/ 4232139 w 4572002"/>
                <a:gd name="connsiteY146" fmla="*/ 5179067 h 6858002"/>
                <a:gd name="connsiteX147" fmla="*/ 4229593 w 4572002"/>
                <a:gd name="connsiteY147" fmla="*/ 5172090 h 6858002"/>
                <a:gd name="connsiteX148" fmla="*/ 4228901 w 4572002"/>
                <a:gd name="connsiteY148" fmla="*/ 5166114 h 6858002"/>
                <a:gd name="connsiteX149" fmla="*/ 4235616 w 4572002"/>
                <a:gd name="connsiteY149" fmla="*/ 5133225 h 6858002"/>
                <a:gd name="connsiteX150" fmla="*/ 4235616 w 4572002"/>
                <a:gd name="connsiteY150" fmla="*/ 5133224 h 6858002"/>
                <a:gd name="connsiteX151" fmla="*/ 4235615 w 4572002"/>
                <a:gd name="connsiteY151" fmla="*/ 5133220 h 6858002"/>
                <a:gd name="connsiteX152" fmla="*/ 4228473 w 4572002"/>
                <a:gd name="connsiteY152" fmla="*/ 5102461 h 6858002"/>
                <a:gd name="connsiteX153" fmla="*/ 4222587 w 4572002"/>
                <a:gd name="connsiteY153" fmla="*/ 5087441 h 6858002"/>
                <a:gd name="connsiteX154" fmla="*/ 4222582 w 4572002"/>
                <a:gd name="connsiteY154" fmla="*/ 5087423 h 6858002"/>
                <a:gd name="connsiteX155" fmla="*/ 4209468 w 4572002"/>
                <a:gd name="connsiteY155" fmla="*/ 5041521 h 6858002"/>
                <a:gd name="connsiteX156" fmla="*/ 4182989 w 4572002"/>
                <a:gd name="connsiteY156" fmla="*/ 4987037 h 6858002"/>
                <a:gd name="connsiteX157" fmla="*/ 4165707 w 4572002"/>
                <a:gd name="connsiteY157" fmla="*/ 4957454 h 6858002"/>
                <a:gd name="connsiteX158" fmla="*/ 4158155 w 4572002"/>
                <a:gd name="connsiteY158" fmla="*/ 4933805 h 6858002"/>
                <a:gd name="connsiteX159" fmla="*/ 4159557 w 4572002"/>
                <a:gd name="connsiteY159" fmla="*/ 4912169 h 6858002"/>
                <a:gd name="connsiteX160" fmla="*/ 4161262 w 4572002"/>
                <a:gd name="connsiteY160" fmla="*/ 4889276 h 6858002"/>
                <a:gd name="connsiteX161" fmla="*/ 4161262 w 4572002"/>
                <a:gd name="connsiteY161" fmla="*/ 4889275 h 6858002"/>
                <a:gd name="connsiteX162" fmla="*/ 4156484 w 4572002"/>
                <a:gd name="connsiteY162" fmla="*/ 4867614 h 6858002"/>
                <a:gd name="connsiteX163" fmla="*/ 4153733 w 4572002"/>
                <a:gd name="connsiteY163" fmla="*/ 4863343 h 6858002"/>
                <a:gd name="connsiteX164" fmla="*/ 4151983 w 4572002"/>
                <a:gd name="connsiteY164" fmla="*/ 4857317 h 6858002"/>
                <a:gd name="connsiteX165" fmla="*/ 4131552 w 4572002"/>
                <a:gd name="connsiteY165" fmla="*/ 4828916 h 6858002"/>
                <a:gd name="connsiteX166" fmla="*/ 4116716 w 4572002"/>
                <a:gd name="connsiteY166" fmla="*/ 4800483 h 6858002"/>
                <a:gd name="connsiteX167" fmla="*/ 4118025 w 4572002"/>
                <a:gd name="connsiteY167" fmla="*/ 4767765 h 6858002"/>
                <a:gd name="connsiteX168" fmla="*/ 4127932 w 4572002"/>
                <a:gd name="connsiteY168" fmla="*/ 4677656 h 6858002"/>
                <a:gd name="connsiteX169" fmla="*/ 4135934 w 4572002"/>
                <a:gd name="connsiteY169" fmla="*/ 4659175 h 6858002"/>
                <a:gd name="connsiteX170" fmla="*/ 4195944 w 4572002"/>
                <a:gd name="connsiteY170" fmla="*/ 4482005 h 6858002"/>
                <a:gd name="connsiteX171" fmla="*/ 4196706 w 4572002"/>
                <a:gd name="connsiteY171" fmla="*/ 4363891 h 6858002"/>
                <a:gd name="connsiteX172" fmla="*/ 4196706 w 4572002"/>
                <a:gd name="connsiteY172" fmla="*/ 4363890 h 6858002"/>
                <a:gd name="connsiteX173" fmla="*/ 4187752 w 4572002"/>
                <a:gd name="connsiteY173" fmla="*/ 4324645 h 6858002"/>
                <a:gd name="connsiteX174" fmla="*/ 4147936 w 4572002"/>
                <a:gd name="connsiteY174" fmla="*/ 4253014 h 6858002"/>
                <a:gd name="connsiteX175" fmla="*/ 4211111 w 4572002"/>
                <a:gd name="connsiteY175" fmla="*/ 2836172 h 6858002"/>
                <a:gd name="connsiteX176" fmla="*/ 4202421 w 4572002"/>
                <a:gd name="connsiteY176" fmla="*/ 2848793 h 6858002"/>
                <a:gd name="connsiteX177" fmla="*/ 4186816 w 4572002"/>
                <a:gd name="connsiteY177" fmla="*/ 2897785 h 6858002"/>
                <a:gd name="connsiteX178" fmla="*/ 4185787 w 4572002"/>
                <a:gd name="connsiteY178" fmla="*/ 2903551 h 6858002"/>
                <a:gd name="connsiteX179" fmla="*/ 4182513 w 4572002"/>
                <a:gd name="connsiteY179" fmla="*/ 2914328 h 6858002"/>
                <a:gd name="connsiteX180" fmla="*/ 4177882 w 4572002"/>
                <a:gd name="connsiteY180" fmla="*/ 2947858 h 6858002"/>
                <a:gd name="connsiteX181" fmla="*/ 4177881 w 4572002"/>
                <a:gd name="connsiteY181" fmla="*/ 2947862 h 6858002"/>
                <a:gd name="connsiteX182" fmla="*/ 4177881 w 4572002"/>
                <a:gd name="connsiteY182" fmla="*/ 2947863 h 6858002"/>
                <a:gd name="connsiteX183" fmla="*/ 4181465 w 4572002"/>
                <a:gd name="connsiteY183" fmla="*/ 2982149 h 6858002"/>
                <a:gd name="connsiteX184" fmla="*/ 4193158 w 4572002"/>
                <a:gd name="connsiteY184" fmla="*/ 3077402 h 6858002"/>
                <a:gd name="connsiteX185" fmla="*/ 4180703 w 4572002"/>
                <a:gd name="connsiteY185" fmla="*/ 3172654 h 6858002"/>
                <a:gd name="connsiteX186" fmla="*/ 4133076 w 4572002"/>
                <a:gd name="connsiteY186" fmla="*/ 3489467 h 6858002"/>
                <a:gd name="connsiteX187" fmla="*/ 4110977 w 4572002"/>
                <a:gd name="connsiteY187" fmla="*/ 3544713 h 6858002"/>
                <a:gd name="connsiteX188" fmla="*/ 4093355 w 4572002"/>
                <a:gd name="connsiteY188" fmla="*/ 3574408 h 6858002"/>
                <a:gd name="connsiteX189" fmla="*/ 4093355 w 4572002"/>
                <a:gd name="connsiteY189" fmla="*/ 3574409 h 6858002"/>
                <a:gd name="connsiteX190" fmla="*/ 4105453 w 4572002"/>
                <a:gd name="connsiteY190" fmla="*/ 3606818 h 6858002"/>
                <a:gd name="connsiteX191" fmla="*/ 4118979 w 4572002"/>
                <a:gd name="connsiteY191" fmla="*/ 3630633 h 6858002"/>
                <a:gd name="connsiteX192" fmla="*/ 4136708 w 4572002"/>
                <a:gd name="connsiteY192" fmla="*/ 3654416 h 6858002"/>
                <a:gd name="connsiteX193" fmla="*/ 4140382 w 4572002"/>
                <a:gd name="connsiteY193" fmla="*/ 3668940 h 6858002"/>
                <a:gd name="connsiteX194" fmla="*/ 4143220 w 4572002"/>
                <a:gd name="connsiteY194" fmla="*/ 3680164 h 6858002"/>
                <a:gd name="connsiteX195" fmla="*/ 4139172 w 4572002"/>
                <a:gd name="connsiteY195" fmla="*/ 3734837 h 6858002"/>
                <a:gd name="connsiteX196" fmla="*/ 4139172 w 4572002"/>
                <a:gd name="connsiteY196" fmla="*/ 3734838 h 6858002"/>
                <a:gd name="connsiteX197" fmla="*/ 4139554 w 4572002"/>
                <a:gd name="connsiteY197" fmla="*/ 3754653 h 6858002"/>
                <a:gd name="connsiteX198" fmla="*/ 4145911 w 4572002"/>
                <a:gd name="connsiteY198" fmla="*/ 3789776 h 6858002"/>
                <a:gd name="connsiteX199" fmla="*/ 4130980 w 4572002"/>
                <a:gd name="connsiteY199" fmla="*/ 3822472 h 6858002"/>
                <a:gd name="connsiteX200" fmla="*/ 4116645 w 4572002"/>
                <a:gd name="connsiteY200" fmla="*/ 3852619 h 6858002"/>
                <a:gd name="connsiteX201" fmla="*/ 4116645 w 4572002"/>
                <a:gd name="connsiteY201" fmla="*/ 3852620 h 6858002"/>
                <a:gd name="connsiteX202" fmla="*/ 4117425 w 4572002"/>
                <a:gd name="connsiteY202" fmla="*/ 3868764 h 6858002"/>
                <a:gd name="connsiteX203" fmla="*/ 4126028 w 4572002"/>
                <a:gd name="connsiteY203" fmla="*/ 3885337 h 6858002"/>
                <a:gd name="connsiteX204" fmla="*/ 4126028 w 4572002"/>
                <a:gd name="connsiteY204" fmla="*/ 3885339 h 6858002"/>
                <a:gd name="connsiteX205" fmla="*/ 4148409 w 4572002"/>
                <a:gd name="connsiteY205" fmla="*/ 3923125 h 6858002"/>
                <a:gd name="connsiteX206" fmla="*/ 4157913 w 4572002"/>
                <a:gd name="connsiteY206" fmla="*/ 3962160 h 6858002"/>
                <a:gd name="connsiteX207" fmla="*/ 4142221 w 4572002"/>
                <a:gd name="connsiteY207" fmla="*/ 4043838 h 6858002"/>
                <a:gd name="connsiteX208" fmla="*/ 4142220 w 4572002"/>
                <a:gd name="connsiteY208" fmla="*/ 4043839 h 6858002"/>
                <a:gd name="connsiteX209" fmla="*/ 4127099 w 4572002"/>
                <a:gd name="connsiteY209" fmla="*/ 4103825 h 6858002"/>
                <a:gd name="connsiteX210" fmla="*/ 4127099 w 4572002"/>
                <a:gd name="connsiteY210" fmla="*/ 4103826 h 6858002"/>
                <a:gd name="connsiteX211" fmla="*/ 4129066 w 4572002"/>
                <a:gd name="connsiteY211" fmla="*/ 4134256 h 6858002"/>
                <a:gd name="connsiteX212" fmla="*/ 4138410 w 4572002"/>
                <a:gd name="connsiteY212" fmla="*/ 4165382 h 6858002"/>
                <a:gd name="connsiteX213" fmla="*/ 4138410 w 4572002"/>
                <a:gd name="connsiteY213" fmla="*/ 4165384 h 6858002"/>
                <a:gd name="connsiteX214" fmla="*/ 4142315 w 4572002"/>
                <a:gd name="connsiteY214" fmla="*/ 4192388 h 6858002"/>
                <a:gd name="connsiteX215" fmla="*/ 4142315 w 4572002"/>
                <a:gd name="connsiteY215" fmla="*/ 4192387 h 6858002"/>
                <a:gd name="connsiteX216" fmla="*/ 4138410 w 4572002"/>
                <a:gd name="connsiteY216" fmla="*/ 4165383 h 6858002"/>
                <a:gd name="connsiteX217" fmla="*/ 4138410 w 4572002"/>
                <a:gd name="connsiteY217" fmla="*/ 4165382 h 6858002"/>
                <a:gd name="connsiteX218" fmla="*/ 4127099 w 4572002"/>
                <a:gd name="connsiteY218" fmla="*/ 4103826 h 6858002"/>
                <a:gd name="connsiteX219" fmla="*/ 4142220 w 4572002"/>
                <a:gd name="connsiteY219" fmla="*/ 4043840 h 6858002"/>
                <a:gd name="connsiteX220" fmla="*/ 4142221 w 4572002"/>
                <a:gd name="connsiteY220" fmla="*/ 4043838 h 6858002"/>
                <a:gd name="connsiteX221" fmla="*/ 4155523 w 4572002"/>
                <a:gd name="connsiteY221" fmla="*/ 4002410 h 6858002"/>
                <a:gd name="connsiteX222" fmla="*/ 4157913 w 4572002"/>
                <a:gd name="connsiteY222" fmla="*/ 3962160 h 6858002"/>
                <a:gd name="connsiteX223" fmla="*/ 4157913 w 4572002"/>
                <a:gd name="connsiteY223" fmla="*/ 3962159 h 6858002"/>
                <a:gd name="connsiteX224" fmla="*/ 4126028 w 4572002"/>
                <a:gd name="connsiteY224" fmla="*/ 3885338 h 6858002"/>
                <a:gd name="connsiteX225" fmla="*/ 4126028 w 4572002"/>
                <a:gd name="connsiteY225" fmla="*/ 3885337 h 6858002"/>
                <a:gd name="connsiteX226" fmla="*/ 4116645 w 4572002"/>
                <a:gd name="connsiteY226" fmla="*/ 3852620 h 6858002"/>
                <a:gd name="connsiteX227" fmla="*/ 4130980 w 4572002"/>
                <a:gd name="connsiteY227" fmla="*/ 3822473 h 6858002"/>
                <a:gd name="connsiteX228" fmla="*/ 4145911 w 4572002"/>
                <a:gd name="connsiteY228" fmla="*/ 3789777 h 6858002"/>
                <a:gd name="connsiteX229" fmla="*/ 4145911 w 4572002"/>
                <a:gd name="connsiteY229" fmla="*/ 3789776 h 6858002"/>
                <a:gd name="connsiteX230" fmla="*/ 4139554 w 4572002"/>
                <a:gd name="connsiteY230" fmla="*/ 3754652 h 6858002"/>
                <a:gd name="connsiteX231" fmla="*/ 4139172 w 4572002"/>
                <a:gd name="connsiteY231" fmla="*/ 3734838 h 6858002"/>
                <a:gd name="connsiteX232" fmla="*/ 4143220 w 4572002"/>
                <a:gd name="connsiteY232" fmla="*/ 3680164 h 6858002"/>
                <a:gd name="connsiteX233" fmla="*/ 4143220 w 4572002"/>
                <a:gd name="connsiteY233" fmla="*/ 3680163 h 6858002"/>
                <a:gd name="connsiteX234" fmla="*/ 4140382 w 4572002"/>
                <a:gd name="connsiteY234" fmla="*/ 3668940 h 6858002"/>
                <a:gd name="connsiteX235" fmla="*/ 4136708 w 4572002"/>
                <a:gd name="connsiteY235" fmla="*/ 3654416 h 6858002"/>
                <a:gd name="connsiteX236" fmla="*/ 4136708 w 4572002"/>
                <a:gd name="connsiteY236" fmla="*/ 3654416 h 6858002"/>
                <a:gd name="connsiteX237" fmla="*/ 4136708 w 4572002"/>
                <a:gd name="connsiteY237" fmla="*/ 3654415 h 6858002"/>
                <a:gd name="connsiteX238" fmla="*/ 4118979 w 4572002"/>
                <a:gd name="connsiteY238" fmla="*/ 3630632 h 6858002"/>
                <a:gd name="connsiteX239" fmla="*/ 4105453 w 4572002"/>
                <a:gd name="connsiteY239" fmla="*/ 3606817 h 6858002"/>
                <a:gd name="connsiteX240" fmla="*/ 4095707 w 4572002"/>
                <a:gd name="connsiteY240" fmla="*/ 3587174 h 6858002"/>
                <a:gd name="connsiteX241" fmla="*/ 4093355 w 4572002"/>
                <a:gd name="connsiteY241" fmla="*/ 3574408 h 6858002"/>
                <a:gd name="connsiteX242" fmla="*/ 4098434 w 4572002"/>
                <a:gd name="connsiteY242" fmla="*/ 3562321 h 6858002"/>
                <a:gd name="connsiteX243" fmla="*/ 4110977 w 4572002"/>
                <a:gd name="connsiteY243" fmla="*/ 3544714 h 6858002"/>
                <a:gd name="connsiteX244" fmla="*/ 4133076 w 4572002"/>
                <a:gd name="connsiteY244" fmla="*/ 3489468 h 6858002"/>
                <a:gd name="connsiteX245" fmla="*/ 4180703 w 4572002"/>
                <a:gd name="connsiteY245" fmla="*/ 3172655 h 6858002"/>
                <a:gd name="connsiteX246" fmla="*/ 4193158 w 4572002"/>
                <a:gd name="connsiteY246" fmla="*/ 3077402 h 6858002"/>
                <a:gd name="connsiteX247" fmla="*/ 4193158 w 4572002"/>
                <a:gd name="connsiteY247" fmla="*/ 3077401 h 6858002"/>
                <a:gd name="connsiteX248" fmla="*/ 4181465 w 4572002"/>
                <a:gd name="connsiteY248" fmla="*/ 2982148 h 6858002"/>
                <a:gd name="connsiteX249" fmla="*/ 4177881 w 4572002"/>
                <a:gd name="connsiteY249" fmla="*/ 2947863 h 6858002"/>
                <a:gd name="connsiteX250" fmla="*/ 4177882 w 4572002"/>
                <a:gd name="connsiteY250" fmla="*/ 2947858 h 6858002"/>
                <a:gd name="connsiteX251" fmla="*/ 4185787 w 4572002"/>
                <a:gd name="connsiteY251" fmla="*/ 2903551 h 6858002"/>
                <a:gd name="connsiteX252" fmla="*/ 4202421 w 4572002"/>
                <a:gd name="connsiteY252" fmla="*/ 2848794 h 6858002"/>
                <a:gd name="connsiteX253" fmla="*/ 4211111 w 4572002"/>
                <a:gd name="connsiteY253" fmla="*/ 2836173 h 6858002"/>
                <a:gd name="connsiteX254" fmla="*/ 3726625 w 4572002"/>
                <a:gd name="connsiteY254" fmla="*/ 1508458 h 6858002"/>
                <a:gd name="connsiteX255" fmla="*/ 3698531 w 4572002"/>
                <a:gd name="connsiteY255" fmla="*/ 1596214 h 6858002"/>
                <a:gd name="connsiteX256" fmla="*/ 3700436 w 4572002"/>
                <a:gd name="connsiteY256" fmla="*/ 1624981 h 6858002"/>
                <a:gd name="connsiteX257" fmla="*/ 3757017 w 4572002"/>
                <a:gd name="connsiteY257" fmla="*/ 1697754 h 6858002"/>
                <a:gd name="connsiteX258" fmla="*/ 3779686 w 4572002"/>
                <a:gd name="connsiteY258" fmla="*/ 1733189 h 6858002"/>
                <a:gd name="connsiteX259" fmla="*/ 3821407 w 4572002"/>
                <a:gd name="connsiteY259" fmla="*/ 1833776 h 6858002"/>
                <a:gd name="connsiteX260" fmla="*/ 3829028 w 4572002"/>
                <a:gd name="connsiteY260" fmla="*/ 1842159 h 6858002"/>
                <a:gd name="connsiteX261" fmla="*/ 3919519 w 4572002"/>
                <a:gd name="connsiteY261" fmla="*/ 1916455 h 6858002"/>
                <a:gd name="connsiteX262" fmla="*/ 3934949 w 4572002"/>
                <a:gd name="connsiteY262" fmla="*/ 1933220 h 6858002"/>
                <a:gd name="connsiteX263" fmla="*/ 3958954 w 4572002"/>
                <a:gd name="connsiteY263" fmla="*/ 1953414 h 6858002"/>
                <a:gd name="connsiteX264" fmla="*/ 4005437 w 4572002"/>
                <a:gd name="connsiteY264" fmla="*/ 2016470 h 6858002"/>
                <a:gd name="connsiteX265" fmla="*/ 4020296 w 4572002"/>
                <a:gd name="connsiteY265" fmla="*/ 2094579 h 6858002"/>
                <a:gd name="connsiteX266" fmla="*/ 4042967 w 4572002"/>
                <a:gd name="connsiteY266" fmla="*/ 2188880 h 6858002"/>
                <a:gd name="connsiteX267" fmla="*/ 4058207 w 4572002"/>
                <a:gd name="connsiteY267" fmla="*/ 2228315 h 6858002"/>
                <a:gd name="connsiteX268" fmla="*/ 4087164 w 4572002"/>
                <a:gd name="connsiteY268" fmla="*/ 2334045 h 6858002"/>
                <a:gd name="connsiteX269" fmla="*/ 4111549 w 4572002"/>
                <a:gd name="connsiteY269" fmla="*/ 2409486 h 6858002"/>
                <a:gd name="connsiteX270" fmla="*/ 4128650 w 4572002"/>
                <a:gd name="connsiteY270" fmla="*/ 2435913 h 6858002"/>
                <a:gd name="connsiteX271" fmla="*/ 4134481 w 4572002"/>
                <a:gd name="connsiteY271" fmla="*/ 2463018 h 6858002"/>
                <a:gd name="connsiteX272" fmla="*/ 4125839 w 4572002"/>
                <a:gd name="connsiteY272" fmla="*/ 2518262 h 6858002"/>
                <a:gd name="connsiteX273" fmla="*/ 4125838 w 4572002"/>
                <a:gd name="connsiteY273" fmla="*/ 2518264 h 6858002"/>
                <a:gd name="connsiteX274" fmla="*/ 4122194 w 4572002"/>
                <a:gd name="connsiteY274" fmla="*/ 2545006 h 6858002"/>
                <a:gd name="connsiteX275" fmla="*/ 4122194 w 4572002"/>
                <a:gd name="connsiteY275" fmla="*/ 2545007 h 6858002"/>
                <a:gd name="connsiteX276" fmla="*/ 4126408 w 4572002"/>
                <a:gd name="connsiteY276" fmla="*/ 2571035 h 6858002"/>
                <a:gd name="connsiteX277" fmla="*/ 4199563 w 4572002"/>
                <a:gd name="connsiteY277" fmla="*/ 2668002 h 6858002"/>
                <a:gd name="connsiteX278" fmla="*/ 4247953 w 4572002"/>
                <a:gd name="connsiteY278" fmla="*/ 2745349 h 6858002"/>
                <a:gd name="connsiteX279" fmla="*/ 4247954 w 4572002"/>
                <a:gd name="connsiteY279" fmla="*/ 2745352 h 6858002"/>
                <a:gd name="connsiteX280" fmla="*/ 4253873 w 4572002"/>
                <a:gd name="connsiteY280" fmla="*/ 2778006 h 6858002"/>
                <a:gd name="connsiteX281" fmla="*/ 4253453 w 4572002"/>
                <a:gd name="connsiteY281" fmla="*/ 2785440 h 6858002"/>
                <a:gd name="connsiteX282" fmla="*/ 4243374 w 4572002"/>
                <a:gd name="connsiteY282" fmla="*/ 2811780 h 6858002"/>
                <a:gd name="connsiteX283" fmla="*/ 4243371 w 4572002"/>
                <a:gd name="connsiteY283" fmla="*/ 2811787 h 6858002"/>
                <a:gd name="connsiteX284" fmla="*/ 4243372 w 4572002"/>
                <a:gd name="connsiteY284" fmla="*/ 2811787 h 6858002"/>
                <a:gd name="connsiteX285" fmla="*/ 4243374 w 4572002"/>
                <a:gd name="connsiteY285" fmla="*/ 2811780 h 6858002"/>
                <a:gd name="connsiteX286" fmla="*/ 4253025 w 4572002"/>
                <a:gd name="connsiteY286" fmla="*/ 2793023 h 6858002"/>
                <a:gd name="connsiteX287" fmla="*/ 4253453 w 4572002"/>
                <a:gd name="connsiteY287" fmla="*/ 2785440 h 6858002"/>
                <a:gd name="connsiteX288" fmla="*/ 4254654 w 4572002"/>
                <a:gd name="connsiteY288" fmla="*/ 2782305 h 6858002"/>
                <a:gd name="connsiteX289" fmla="*/ 4253873 w 4572002"/>
                <a:gd name="connsiteY289" fmla="*/ 2778006 h 6858002"/>
                <a:gd name="connsiteX290" fmla="*/ 4254284 w 4572002"/>
                <a:gd name="connsiteY290" fmla="*/ 2770758 h 6858002"/>
                <a:gd name="connsiteX291" fmla="*/ 4247954 w 4572002"/>
                <a:gd name="connsiteY291" fmla="*/ 2745352 h 6858002"/>
                <a:gd name="connsiteX292" fmla="*/ 4247953 w 4572002"/>
                <a:gd name="connsiteY292" fmla="*/ 2745348 h 6858002"/>
                <a:gd name="connsiteX293" fmla="*/ 4199563 w 4572002"/>
                <a:gd name="connsiteY293" fmla="*/ 2668001 h 6858002"/>
                <a:gd name="connsiteX294" fmla="*/ 4126408 w 4572002"/>
                <a:gd name="connsiteY294" fmla="*/ 2571034 h 6858002"/>
                <a:gd name="connsiteX295" fmla="*/ 4122194 w 4572002"/>
                <a:gd name="connsiteY295" fmla="*/ 2545007 h 6858002"/>
                <a:gd name="connsiteX296" fmla="*/ 4125838 w 4572002"/>
                <a:gd name="connsiteY296" fmla="*/ 2518265 h 6858002"/>
                <a:gd name="connsiteX297" fmla="*/ 4125839 w 4572002"/>
                <a:gd name="connsiteY297" fmla="*/ 2518262 h 6858002"/>
                <a:gd name="connsiteX298" fmla="*/ 4132419 w 4572002"/>
                <a:gd name="connsiteY298" fmla="*/ 2490551 h 6858002"/>
                <a:gd name="connsiteX299" fmla="*/ 4134481 w 4572002"/>
                <a:gd name="connsiteY299" fmla="*/ 2463018 h 6858002"/>
                <a:gd name="connsiteX300" fmla="*/ 4134481 w 4572002"/>
                <a:gd name="connsiteY300" fmla="*/ 2463017 h 6858002"/>
                <a:gd name="connsiteX301" fmla="*/ 4111549 w 4572002"/>
                <a:gd name="connsiteY301" fmla="*/ 2409485 h 6858002"/>
                <a:gd name="connsiteX302" fmla="*/ 4087164 w 4572002"/>
                <a:gd name="connsiteY302" fmla="*/ 2334044 h 6858002"/>
                <a:gd name="connsiteX303" fmla="*/ 4058207 w 4572002"/>
                <a:gd name="connsiteY303" fmla="*/ 2228314 h 6858002"/>
                <a:gd name="connsiteX304" fmla="*/ 4042967 w 4572002"/>
                <a:gd name="connsiteY304" fmla="*/ 2188879 h 6858002"/>
                <a:gd name="connsiteX305" fmla="*/ 4020296 w 4572002"/>
                <a:gd name="connsiteY305" fmla="*/ 2094578 h 6858002"/>
                <a:gd name="connsiteX306" fmla="*/ 4005437 w 4572002"/>
                <a:gd name="connsiteY306" fmla="*/ 2016469 h 6858002"/>
                <a:gd name="connsiteX307" fmla="*/ 3958954 w 4572002"/>
                <a:gd name="connsiteY307" fmla="*/ 1953413 h 6858002"/>
                <a:gd name="connsiteX308" fmla="*/ 3934949 w 4572002"/>
                <a:gd name="connsiteY308" fmla="*/ 1933219 h 6858002"/>
                <a:gd name="connsiteX309" fmla="*/ 3919519 w 4572002"/>
                <a:gd name="connsiteY309" fmla="*/ 1916454 h 6858002"/>
                <a:gd name="connsiteX310" fmla="*/ 3829028 w 4572002"/>
                <a:gd name="connsiteY310" fmla="*/ 1842158 h 6858002"/>
                <a:gd name="connsiteX311" fmla="*/ 3821407 w 4572002"/>
                <a:gd name="connsiteY311" fmla="*/ 1833775 h 6858002"/>
                <a:gd name="connsiteX312" fmla="*/ 3779686 w 4572002"/>
                <a:gd name="connsiteY312" fmla="*/ 1733188 h 6858002"/>
                <a:gd name="connsiteX313" fmla="*/ 3757018 w 4572002"/>
                <a:gd name="connsiteY313" fmla="*/ 1697753 h 6858002"/>
                <a:gd name="connsiteX314" fmla="*/ 3700436 w 4572002"/>
                <a:gd name="connsiteY314" fmla="*/ 1624980 h 6858002"/>
                <a:gd name="connsiteX315" fmla="*/ 3698532 w 4572002"/>
                <a:gd name="connsiteY315" fmla="*/ 1596213 h 6858002"/>
                <a:gd name="connsiteX316" fmla="*/ 3745230 w 4572002"/>
                <a:gd name="connsiteY316" fmla="*/ 1459073 h 6858002"/>
                <a:gd name="connsiteX317" fmla="*/ 3745229 w 4572002"/>
                <a:gd name="connsiteY317" fmla="*/ 1459074 h 6858002"/>
                <a:gd name="connsiteX318" fmla="*/ 3736012 w 4572002"/>
                <a:gd name="connsiteY318" fmla="*/ 1481572 h 6858002"/>
                <a:gd name="connsiteX319" fmla="*/ 3764423 w 4572002"/>
                <a:gd name="connsiteY319" fmla="*/ 1268758 h 6858002"/>
                <a:gd name="connsiteX320" fmla="*/ 3769590 w 4572002"/>
                <a:gd name="connsiteY320" fmla="*/ 1286070 h 6858002"/>
                <a:gd name="connsiteX321" fmla="*/ 3791927 w 4572002"/>
                <a:gd name="connsiteY321" fmla="*/ 1350628 h 6858002"/>
                <a:gd name="connsiteX322" fmla="*/ 3786333 w 4572002"/>
                <a:gd name="connsiteY322" fmla="*/ 1413840 h 6858002"/>
                <a:gd name="connsiteX323" fmla="*/ 3791928 w 4572002"/>
                <a:gd name="connsiteY323" fmla="*/ 1350627 h 6858002"/>
                <a:gd name="connsiteX324" fmla="*/ 3769590 w 4572002"/>
                <a:gd name="connsiteY324" fmla="*/ 1286069 h 6858002"/>
                <a:gd name="connsiteX325" fmla="*/ 3706152 w 4572002"/>
                <a:gd name="connsiteY325" fmla="*/ 773035 h 6858002"/>
                <a:gd name="connsiteX326" fmla="*/ 3706152 w 4572002"/>
                <a:gd name="connsiteY326" fmla="*/ 773036 h 6858002"/>
                <a:gd name="connsiteX327" fmla="*/ 3714152 w 4572002"/>
                <a:gd name="connsiteY327" fmla="*/ 854380 h 6858002"/>
                <a:gd name="connsiteX328" fmla="*/ 3745205 w 4572002"/>
                <a:gd name="connsiteY328" fmla="*/ 915344 h 6858002"/>
                <a:gd name="connsiteX329" fmla="*/ 3755683 w 4572002"/>
                <a:gd name="connsiteY329" fmla="*/ 927156 h 6858002"/>
                <a:gd name="connsiteX330" fmla="*/ 3752063 w 4572002"/>
                <a:gd name="connsiteY330" fmla="*/ 1097088 h 6858002"/>
                <a:gd name="connsiteX331" fmla="*/ 3747681 w 4572002"/>
                <a:gd name="connsiteY331" fmla="*/ 1123186 h 6858002"/>
                <a:gd name="connsiteX332" fmla="*/ 3772400 w 4572002"/>
                <a:gd name="connsiteY332" fmla="*/ 1184029 h 6858002"/>
                <a:gd name="connsiteX333" fmla="*/ 3747682 w 4572002"/>
                <a:gd name="connsiteY333" fmla="*/ 1123185 h 6858002"/>
                <a:gd name="connsiteX334" fmla="*/ 3752064 w 4572002"/>
                <a:gd name="connsiteY334" fmla="*/ 1097087 h 6858002"/>
                <a:gd name="connsiteX335" fmla="*/ 3755684 w 4572002"/>
                <a:gd name="connsiteY335" fmla="*/ 927155 h 6858002"/>
                <a:gd name="connsiteX336" fmla="*/ 3745206 w 4572002"/>
                <a:gd name="connsiteY336" fmla="*/ 915343 h 6858002"/>
                <a:gd name="connsiteX337" fmla="*/ 3714152 w 4572002"/>
                <a:gd name="connsiteY337" fmla="*/ 854379 h 6858002"/>
                <a:gd name="connsiteX338" fmla="*/ 3761553 w 4572002"/>
                <a:gd name="connsiteY338" fmla="*/ 517851 h 6858002"/>
                <a:gd name="connsiteX339" fmla="*/ 3752635 w 4572002"/>
                <a:gd name="connsiteY339" fmla="*/ 556048 h 6858002"/>
                <a:gd name="connsiteX340" fmla="*/ 3746157 w 4572002"/>
                <a:gd name="connsiteY340" fmla="*/ 580051 h 6858002"/>
                <a:gd name="connsiteX341" fmla="*/ 3742776 w 4572002"/>
                <a:gd name="connsiteY341" fmla="*/ 642538 h 6858002"/>
                <a:gd name="connsiteX342" fmla="*/ 3730253 w 4572002"/>
                <a:gd name="connsiteY342" fmla="*/ 694928 h 6858002"/>
                <a:gd name="connsiteX343" fmla="*/ 3742777 w 4572002"/>
                <a:gd name="connsiteY343" fmla="*/ 642537 h 6858002"/>
                <a:gd name="connsiteX344" fmla="*/ 3746158 w 4572002"/>
                <a:gd name="connsiteY344" fmla="*/ 580050 h 6858002"/>
                <a:gd name="connsiteX345" fmla="*/ 3752636 w 4572002"/>
                <a:gd name="connsiteY345" fmla="*/ 556047 h 6858002"/>
                <a:gd name="connsiteX346" fmla="*/ 3774848 w 4572002"/>
                <a:gd name="connsiteY346" fmla="*/ 298169 h 6858002"/>
                <a:gd name="connsiteX347" fmla="*/ 3760065 w 4572002"/>
                <a:gd name="connsiteY347" fmla="*/ 313534 h 6858002"/>
                <a:gd name="connsiteX348" fmla="*/ 3759493 w 4572002"/>
                <a:gd name="connsiteY348" fmla="*/ 338871 h 6858002"/>
                <a:gd name="connsiteX349" fmla="*/ 3759500 w 4572002"/>
                <a:gd name="connsiteY349" fmla="*/ 338900 h 6858002"/>
                <a:gd name="connsiteX350" fmla="*/ 3769400 w 4572002"/>
                <a:gd name="connsiteY350" fmla="*/ 395640 h 6858002"/>
                <a:gd name="connsiteX351" fmla="*/ 3765590 w 4572002"/>
                <a:gd name="connsiteY351" fmla="*/ 367328 h 6858002"/>
                <a:gd name="connsiteX352" fmla="*/ 3759500 w 4572002"/>
                <a:gd name="connsiteY352" fmla="*/ 338900 h 6858002"/>
                <a:gd name="connsiteX353" fmla="*/ 3759494 w 4572002"/>
                <a:gd name="connsiteY353" fmla="*/ 338870 h 6858002"/>
                <a:gd name="connsiteX354" fmla="*/ 3760066 w 4572002"/>
                <a:gd name="connsiteY354" fmla="*/ 313533 h 6858002"/>
                <a:gd name="connsiteX355" fmla="*/ 3782393 w 4572002"/>
                <a:gd name="connsiteY355" fmla="*/ 281568 h 6858002"/>
                <a:gd name="connsiteX356" fmla="*/ 3777498 w 4572002"/>
                <a:gd name="connsiteY356" fmla="*/ 295415 h 6858002"/>
                <a:gd name="connsiteX357" fmla="*/ 3777499 w 4572002"/>
                <a:gd name="connsiteY357" fmla="*/ 295415 h 6858002"/>
                <a:gd name="connsiteX358" fmla="*/ 3769073 w 4572002"/>
                <a:gd name="connsiteY358" fmla="*/ 24486 h 6858002"/>
                <a:gd name="connsiteX359" fmla="*/ 3766810 w 4572002"/>
                <a:gd name="connsiteY359" fmla="*/ 74129 h 6858002"/>
                <a:gd name="connsiteX360" fmla="*/ 3772734 w 4572002"/>
                <a:gd name="connsiteY360" fmla="*/ 125861 h 6858002"/>
                <a:gd name="connsiteX361" fmla="*/ 3777129 w 4572002"/>
                <a:gd name="connsiteY361" fmla="*/ 153387 h 6858002"/>
                <a:gd name="connsiteX362" fmla="*/ 3785402 w 4572002"/>
                <a:gd name="connsiteY362" fmla="*/ 228944 h 6858002"/>
                <a:gd name="connsiteX363" fmla="*/ 3780943 w 4572002"/>
                <a:gd name="connsiteY363" fmla="*/ 177271 h 6858002"/>
                <a:gd name="connsiteX364" fmla="*/ 3777129 w 4572002"/>
                <a:gd name="connsiteY364" fmla="*/ 153387 h 6858002"/>
                <a:gd name="connsiteX365" fmla="*/ 3776930 w 4572002"/>
                <a:gd name="connsiteY365" fmla="*/ 151569 h 6858002"/>
                <a:gd name="connsiteX366" fmla="*/ 3766811 w 4572002"/>
                <a:gd name="connsiteY366" fmla="*/ 74129 h 6858002"/>
                <a:gd name="connsiteX367" fmla="*/ 3766492 w 4572002"/>
                <a:gd name="connsiteY367" fmla="*/ 0 h 6858002"/>
                <a:gd name="connsiteX368" fmla="*/ 4230600 w 4572002"/>
                <a:gd name="connsiteY368" fmla="*/ 0 h 6858002"/>
                <a:gd name="connsiteX369" fmla="*/ 4229473 w 4572002"/>
                <a:gd name="connsiteY369" fmla="*/ 2817 h 6858002"/>
                <a:gd name="connsiteX370" fmla="*/ 4215375 w 4572002"/>
                <a:gd name="connsiteY370" fmla="*/ 63587 h 6858002"/>
                <a:gd name="connsiteX371" fmla="*/ 4201468 w 4572002"/>
                <a:gd name="connsiteY371" fmla="*/ 176939 h 6858002"/>
                <a:gd name="connsiteX372" fmla="*/ 4193466 w 4572002"/>
                <a:gd name="connsiteY372" fmla="*/ 200182 h 6858002"/>
                <a:gd name="connsiteX373" fmla="*/ 4155554 w 4572002"/>
                <a:gd name="connsiteY373" fmla="*/ 340774 h 6858002"/>
                <a:gd name="connsiteX374" fmla="*/ 4156319 w 4572002"/>
                <a:gd name="connsiteY374" fmla="*/ 453364 h 6858002"/>
                <a:gd name="connsiteX375" fmla="*/ 4158033 w 4572002"/>
                <a:gd name="connsiteY375" fmla="*/ 462126 h 6858002"/>
                <a:gd name="connsiteX376" fmla="*/ 4170605 w 4572002"/>
                <a:gd name="connsiteY376" fmla="*/ 505182 h 6858002"/>
                <a:gd name="connsiteX377" fmla="*/ 4167177 w 4572002"/>
                <a:gd name="connsiteY377" fmla="*/ 571860 h 6858002"/>
                <a:gd name="connsiteX378" fmla="*/ 4149840 w 4572002"/>
                <a:gd name="connsiteY378" fmla="*/ 617772 h 6858002"/>
                <a:gd name="connsiteX379" fmla="*/ 4149078 w 4572002"/>
                <a:gd name="connsiteY379" fmla="*/ 674923 h 6858002"/>
                <a:gd name="connsiteX380" fmla="*/ 4159937 w 4572002"/>
                <a:gd name="connsiteY380" fmla="*/ 740268 h 6858002"/>
                <a:gd name="connsiteX381" fmla="*/ 4162223 w 4572002"/>
                <a:gd name="connsiteY381" fmla="*/ 769605 h 6858002"/>
                <a:gd name="connsiteX382" fmla="*/ 4184703 w 4572002"/>
                <a:gd name="connsiteY382" fmla="*/ 850189 h 6858002"/>
                <a:gd name="connsiteX383" fmla="*/ 4179179 w 4572002"/>
                <a:gd name="connsiteY383" fmla="*/ 898198 h 6858002"/>
                <a:gd name="connsiteX384" fmla="*/ 4164319 w 4572002"/>
                <a:gd name="connsiteY384" fmla="*/ 945444 h 6858002"/>
                <a:gd name="connsiteX385" fmla="*/ 4150030 w 4572002"/>
                <a:gd name="connsiteY385" fmla="*/ 975733 h 6858002"/>
                <a:gd name="connsiteX386" fmla="*/ 4139934 w 4572002"/>
                <a:gd name="connsiteY386" fmla="*/ 1036887 h 6858002"/>
                <a:gd name="connsiteX387" fmla="*/ 4141458 w 4572002"/>
                <a:gd name="connsiteY387" fmla="*/ 1048125 h 6858002"/>
                <a:gd name="connsiteX388" fmla="*/ 4154032 w 4572002"/>
                <a:gd name="connsiteY388" fmla="*/ 1230633 h 6858002"/>
                <a:gd name="connsiteX389" fmla="*/ 4174225 w 4572002"/>
                <a:gd name="connsiteY389" fmla="*/ 1303024 h 6858002"/>
                <a:gd name="connsiteX390" fmla="*/ 4176701 w 4572002"/>
                <a:gd name="connsiteY390" fmla="*/ 1318456 h 6858002"/>
                <a:gd name="connsiteX391" fmla="*/ 4199372 w 4572002"/>
                <a:gd name="connsiteY391" fmla="*/ 1472575 h 6858002"/>
                <a:gd name="connsiteX392" fmla="*/ 4200325 w 4572002"/>
                <a:gd name="connsiteY392" fmla="*/ 1489720 h 6858002"/>
                <a:gd name="connsiteX393" fmla="*/ 4196324 w 4572002"/>
                <a:gd name="connsiteY393" fmla="*/ 1537537 h 6858002"/>
                <a:gd name="connsiteX394" fmla="*/ 4237474 w 4572002"/>
                <a:gd name="connsiteY394" fmla="*/ 1650317 h 6858002"/>
                <a:gd name="connsiteX395" fmla="*/ 4251572 w 4572002"/>
                <a:gd name="connsiteY395" fmla="*/ 1763287 h 6858002"/>
                <a:gd name="connsiteX396" fmla="*/ 4251380 w 4572002"/>
                <a:gd name="connsiteY396" fmla="*/ 1825393 h 6858002"/>
                <a:gd name="connsiteX397" fmla="*/ 4261478 w 4572002"/>
                <a:gd name="connsiteY397" fmla="*/ 1869780 h 6858002"/>
                <a:gd name="connsiteX398" fmla="*/ 4292149 w 4572002"/>
                <a:gd name="connsiteY398" fmla="*/ 1978940 h 6858002"/>
                <a:gd name="connsiteX399" fmla="*/ 4296911 w 4572002"/>
                <a:gd name="connsiteY399" fmla="*/ 2030378 h 6858002"/>
                <a:gd name="connsiteX400" fmla="*/ 4307201 w 4572002"/>
                <a:gd name="connsiteY400" fmla="*/ 2085054 h 6858002"/>
                <a:gd name="connsiteX401" fmla="*/ 4353302 w 4572002"/>
                <a:gd name="connsiteY401" fmla="*/ 2220312 h 6858002"/>
                <a:gd name="connsiteX402" fmla="*/ 4350636 w 4572002"/>
                <a:gd name="connsiteY402" fmla="*/ 2330806 h 6858002"/>
                <a:gd name="connsiteX403" fmla="*/ 4351206 w 4572002"/>
                <a:gd name="connsiteY403" fmla="*/ 2401292 h 6858002"/>
                <a:gd name="connsiteX404" fmla="*/ 4366446 w 4572002"/>
                <a:gd name="connsiteY404" fmla="*/ 2485307 h 6858002"/>
                <a:gd name="connsiteX405" fmla="*/ 4388736 w 4572002"/>
                <a:gd name="connsiteY405" fmla="*/ 2554079 h 6858002"/>
                <a:gd name="connsiteX406" fmla="*/ 4406453 w 4572002"/>
                <a:gd name="connsiteY406" fmla="*/ 2649143 h 6858002"/>
                <a:gd name="connsiteX407" fmla="*/ 4440554 w 4572002"/>
                <a:gd name="connsiteY407" fmla="*/ 2743826 h 6858002"/>
                <a:gd name="connsiteX408" fmla="*/ 4466653 w 4572002"/>
                <a:gd name="connsiteY408" fmla="*/ 2809930 h 6858002"/>
                <a:gd name="connsiteX409" fmla="*/ 4489705 w 4572002"/>
                <a:gd name="connsiteY409" fmla="*/ 2901943 h 6858002"/>
                <a:gd name="connsiteX410" fmla="*/ 4505897 w 4572002"/>
                <a:gd name="connsiteY410" fmla="*/ 3042728 h 6858002"/>
                <a:gd name="connsiteX411" fmla="*/ 4507613 w 4572002"/>
                <a:gd name="connsiteY411" fmla="*/ 3107500 h 6858002"/>
                <a:gd name="connsiteX412" fmla="*/ 4545521 w 4572002"/>
                <a:gd name="connsiteY412" fmla="*/ 3209993 h 6858002"/>
                <a:gd name="connsiteX413" fmla="*/ 4563811 w 4572002"/>
                <a:gd name="connsiteY413" fmla="*/ 3253809 h 6858002"/>
                <a:gd name="connsiteX414" fmla="*/ 4548570 w 4572002"/>
                <a:gd name="connsiteY414" fmla="*/ 3293244 h 6858002"/>
                <a:gd name="connsiteX415" fmla="*/ 4531043 w 4572002"/>
                <a:gd name="connsiteY415" fmla="*/ 3318771 h 6858002"/>
                <a:gd name="connsiteX416" fmla="*/ 4545904 w 4572002"/>
                <a:gd name="connsiteY416" fmla="*/ 3399546 h 6858002"/>
                <a:gd name="connsiteX417" fmla="*/ 4561524 w 4572002"/>
                <a:gd name="connsiteY417" fmla="*/ 3485275 h 6858002"/>
                <a:gd name="connsiteX418" fmla="*/ 4572002 w 4572002"/>
                <a:gd name="connsiteY418" fmla="*/ 3546617 h 6858002"/>
                <a:gd name="connsiteX419" fmla="*/ 4563620 w 4572002"/>
                <a:gd name="connsiteY419" fmla="*/ 3623201 h 6858002"/>
                <a:gd name="connsiteX420" fmla="*/ 4560192 w 4572002"/>
                <a:gd name="connsiteY420" fmla="*/ 3683591 h 6858002"/>
                <a:gd name="connsiteX421" fmla="*/ 4550476 w 4572002"/>
                <a:gd name="connsiteY421" fmla="*/ 3732361 h 6858002"/>
                <a:gd name="connsiteX422" fmla="*/ 4544759 w 4572002"/>
                <a:gd name="connsiteY422" fmla="*/ 3749506 h 6858002"/>
                <a:gd name="connsiteX423" fmla="*/ 4500182 w 4572002"/>
                <a:gd name="connsiteY423" fmla="*/ 3885338 h 6858002"/>
                <a:gd name="connsiteX424" fmla="*/ 4464557 w 4572002"/>
                <a:gd name="connsiteY424" fmla="*/ 4030503 h 6858002"/>
                <a:gd name="connsiteX425" fmla="*/ 4487039 w 4572002"/>
                <a:gd name="connsiteY425" fmla="*/ 4124614 h 6858002"/>
                <a:gd name="connsiteX426" fmla="*/ 4486656 w 4572002"/>
                <a:gd name="connsiteY426" fmla="*/ 4159667 h 6858002"/>
                <a:gd name="connsiteX427" fmla="*/ 4491801 w 4572002"/>
                <a:gd name="connsiteY427" fmla="*/ 4320837 h 6858002"/>
                <a:gd name="connsiteX428" fmla="*/ 4497325 w 4572002"/>
                <a:gd name="connsiteY428" fmla="*/ 4349222 h 6858002"/>
                <a:gd name="connsiteX429" fmla="*/ 4474653 w 4572002"/>
                <a:gd name="connsiteY429" fmla="*/ 4502579 h 6858002"/>
                <a:gd name="connsiteX430" fmla="*/ 4470844 w 4572002"/>
                <a:gd name="connsiteY430" fmla="*/ 4558207 h 6858002"/>
                <a:gd name="connsiteX431" fmla="*/ 4464557 w 4572002"/>
                <a:gd name="connsiteY431" fmla="*/ 4609452 h 6858002"/>
                <a:gd name="connsiteX432" fmla="*/ 4463033 w 4572002"/>
                <a:gd name="connsiteY432" fmla="*/ 4681083 h 6858002"/>
                <a:gd name="connsiteX433" fmla="*/ 4465891 w 4572002"/>
                <a:gd name="connsiteY433" fmla="*/ 4755381 h 6858002"/>
                <a:gd name="connsiteX434" fmla="*/ 4465319 w 4572002"/>
                <a:gd name="connsiteY434" fmla="*/ 4838250 h 6858002"/>
                <a:gd name="connsiteX435" fmla="*/ 4460367 w 4572002"/>
                <a:gd name="connsiteY435" fmla="*/ 4871019 h 6858002"/>
                <a:gd name="connsiteX436" fmla="*/ 4463795 w 4572002"/>
                <a:gd name="connsiteY436" fmla="*/ 4959602 h 6858002"/>
                <a:gd name="connsiteX437" fmla="*/ 4458082 w 4572002"/>
                <a:gd name="connsiteY437" fmla="*/ 5006086 h 6858002"/>
                <a:gd name="connsiteX438" fmla="*/ 4456937 w 4572002"/>
                <a:gd name="connsiteY438" fmla="*/ 5082670 h 6858002"/>
                <a:gd name="connsiteX439" fmla="*/ 4455603 w 4572002"/>
                <a:gd name="connsiteY439" fmla="*/ 5107627 h 6858002"/>
                <a:gd name="connsiteX440" fmla="*/ 4454840 w 4572002"/>
                <a:gd name="connsiteY440" fmla="*/ 5129916 h 6858002"/>
                <a:gd name="connsiteX441" fmla="*/ 4470464 w 4572002"/>
                <a:gd name="connsiteY441" fmla="*/ 5206308 h 6858002"/>
                <a:gd name="connsiteX442" fmla="*/ 4471415 w 4572002"/>
                <a:gd name="connsiteY442" fmla="*/ 5274129 h 6858002"/>
                <a:gd name="connsiteX443" fmla="*/ 4483990 w 4572002"/>
                <a:gd name="connsiteY443" fmla="*/ 5393005 h 6858002"/>
                <a:gd name="connsiteX444" fmla="*/ 4479607 w 4572002"/>
                <a:gd name="connsiteY444" fmla="*/ 5419295 h 6858002"/>
                <a:gd name="connsiteX445" fmla="*/ 4477894 w 4572002"/>
                <a:gd name="connsiteY445" fmla="*/ 5501594 h 6858002"/>
                <a:gd name="connsiteX446" fmla="*/ 4476560 w 4572002"/>
                <a:gd name="connsiteY446" fmla="*/ 5548460 h 6858002"/>
                <a:gd name="connsiteX447" fmla="*/ 4485703 w 4572002"/>
                <a:gd name="connsiteY447" fmla="*/ 5606372 h 6858002"/>
                <a:gd name="connsiteX448" fmla="*/ 4505134 w 4572002"/>
                <a:gd name="connsiteY448" fmla="*/ 5706959 h 6858002"/>
                <a:gd name="connsiteX449" fmla="*/ 4508183 w 4572002"/>
                <a:gd name="connsiteY449" fmla="*/ 5733440 h 6858002"/>
                <a:gd name="connsiteX450" fmla="*/ 4517519 w 4572002"/>
                <a:gd name="connsiteY450" fmla="*/ 5781830 h 6858002"/>
                <a:gd name="connsiteX451" fmla="*/ 4519234 w 4572002"/>
                <a:gd name="connsiteY451" fmla="*/ 5790592 h 6858002"/>
                <a:gd name="connsiteX452" fmla="*/ 4542855 w 4572002"/>
                <a:gd name="connsiteY452" fmla="*/ 5864318 h 6858002"/>
                <a:gd name="connsiteX453" fmla="*/ 4544759 w 4572002"/>
                <a:gd name="connsiteY453" fmla="*/ 5902610 h 6858002"/>
                <a:gd name="connsiteX454" fmla="*/ 4544951 w 4572002"/>
                <a:gd name="connsiteY454" fmla="*/ 6012723 h 6858002"/>
                <a:gd name="connsiteX455" fmla="*/ 4541332 w 4572002"/>
                <a:gd name="connsiteY455" fmla="*/ 6059397 h 6858002"/>
                <a:gd name="connsiteX456" fmla="*/ 4527426 w 4572002"/>
                <a:gd name="connsiteY456" fmla="*/ 6171605 h 6858002"/>
                <a:gd name="connsiteX457" fmla="*/ 4520568 w 4572002"/>
                <a:gd name="connsiteY457" fmla="*/ 6242093 h 6858002"/>
                <a:gd name="connsiteX458" fmla="*/ 4509706 w 4572002"/>
                <a:gd name="connsiteY458" fmla="*/ 6323058 h 6858002"/>
                <a:gd name="connsiteX459" fmla="*/ 4502848 w 4572002"/>
                <a:gd name="connsiteY459" fmla="*/ 6415833 h 6858002"/>
                <a:gd name="connsiteX460" fmla="*/ 4482084 w 4572002"/>
                <a:gd name="connsiteY460" fmla="*/ 6584812 h 6858002"/>
                <a:gd name="connsiteX461" fmla="*/ 4460557 w 4572002"/>
                <a:gd name="connsiteY461" fmla="*/ 6748458 h 6858002"/>
                <a:gd name="connsiteX462" fmla="*/ 4441507 w 4572002"/>
                <a:gd name="connsiteY462" fmla="*/ 6815516 h 6858002"/>
                <a:gd name="connsiteX463" fmla="*/ 4431806 w 4572002"/>
                <a:gd name="connsiteY463" fmla="*/ 6858001 h 6858002"/>
                <a:gd name="connsiteX464" fmla="*/ 4259554 w 4572002"/>
                <a:gd name="connsiteY464" fmla="*/ 6858001 h 6858002"/>
                <a:gd name="connsiteX465" fmla="*/ 4259554 w 4572002"/>
                <a:gd name="connsiteY465" fmla="*/ 6858002 h 6858002"/>
                <a:gd name="connsiteX466" fmla="*/ 0 w 4572002"/>
                <a:gd name="connsiteY466" fmla="*/ 6858002 h 6858002"/>
                <a:gd name="connsiteX467" fmla="*/ 0 w 4572002"/>
                <a:gd name="connsiteY467" fmla="*/ 2 h 6858002"/>
                <a:gd name="connsiteX468" fmla="*/ 3766492 w 4572002"/>
                <a:gd name="connsiteY468" fmla="*/ 1 h 6858002"/>
                <a:gd name="connsiteX469" fmla="*/ 3769210 w 4572002"/>
                <a:gd name="connsiteY469" fmla="*/ 21486 h 685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</a:cxnLst>
              <a:rect l="l" t="t" r="r" b="b"/>
              <a:pathLst>
                <a:path w="4572002" h="6858002">
                  <a:moveTo>
                    <a:pt x="4214994" y="6564620"/>
                  </a:moveTo>
                  <a:lnTo>
                    <a:pt x="4214994" y="6564621"/>
                  </a:lnTo>
                  <a:cubicBezTo>
                    <a:pt x="4225281" y="6575479"/>
                    <a:pt x="4231378" y="6582147"/>
                    <a:pt x="4237474" y="6588626"/>
                  </a:cubicBezTo>
                  <a:lnTo>
                    <a:pt x="4254096" y="6625225"/>
                  </a:lnTo>
                  <a:lnTo>
                    <a:pt x="4247001" y="6662540"/>
                  </a:lnTo>
                  <a:lnTo>
                    <a:pt x="4247000" y="6662541"/>
                  </a:lnTo>
                  <a:lnTo>
                    <a:pt x="4246999" y="6662544"/>
                  </a:lnTo>
                  <a:lnTo>
                    <a:pt x="4235550" y="6683027"/>
                  </a:lnTo>
                  <a:lnTo>
                    <a:pt x="4232403" y="6702976"/>
                  </a:lnTo>
                  <a:lnTo>
                    <a:pt x="4232403" y="6702977"/>
                  </a:lnTo>
                  <a:cubicBezTo>
                    <a:pt x="4232808" y="6716169"/>
                    <a:pt x="4237951" y="6729219"/>
                    <a:pt x="4246238" y="6742553"/>
                  </a:cubicBezTo>
                  <a:lnTo>
                    <a:pt x="4246239" y="6742555"/>
                  </a:lnTo>
                  <a:lnTo>
                    <a:pt x="4265716" y="6812062"/>
                  </a:lnTo>
                  <a:lnTo>
                    <a:pt x="4265717" y="6812064"/>
                  </a:lnTo>
                  <a:lnTo>
                    <a:pt x="4265717" y="6812063"/>
                  </a:lnTo>
                  <a:lnTo>
                    <a:pt x="4265716" y="6812062"/>
                  </a:lnTo>
                  <a:lnTo>
                    <a:pt x="4260942" y="6776800"/>
                  </a:lnTo>
                  <a:lnTo>
                    <a:pt x="4246239" y="6742555"/>
                  </a:lnTo>
                  <a:lnTo>
                    <a:pt x="4246238" y="6742552"/>
                  </a:lnTo>
                  <a:lnTo>
                    <a:pt x="4232403" y="6702976"/>
                  </a:lnTo>
                  <a:lnTo>
                    <a:pt x="4246999" y="6662544"/>
                  </a:lnTo>
                  <a:lnTo>
                    <a:pt x="4247000" y="6662542"/>
                  </a:lnTo>
                  <a:lnTo>
                    <a:pt x="4247001" y="6662540"/>
                  </a:lnTo>
                  <a:lnTo>
                    <a:pt x="4254084" y="6645552"/>
                  </a:lnTo>
                  <a:lnTo>
                    <a:pt x="4254096" y="6625225"/>
                  </a:lnTo>
                  <a:lnTo>
                    <a:pt x="4254096" y="6625224"/>
                  </a:lnTo>
                  <a:cubicBezTo>
                    <a:pt x="4252000" y="6611341"/>
                    <a:pt x="4245951" y="6597578"/>
                    <a:pt x="4237474" y="6588625"/>
                  </a:cubicBezTo>
                  <a:close/>
                  <a:moveTo>
                    <a:pt x="4295315" y="6438981"/>
                  </a:moveTo>
                  <a:lnTo>
                    <a:pt x="4275385" y="6463840"/>
                  </a:lnTo>
                  <a:lnTo>
                    <a:pt x="4275382" y="6463849"/>
                  </a:lnTo>
                  <a:lnTo>
                    <a:pt x="4261587" y="6513012"/>
                  </a:lnTo>
                  <a:lnTo>
                    <a:pt x="4242781" y="6546194"/>
                  </a:lnTo>
                  <a:lnTo>
                    <a:pt x="4242781" y="6546195"/>
                  </a:lnTo>
                  <a:lnTo>
                    <a:pt x="4259120" y="6521804"/>
                  </a:lnTo>
                  <a:lnTo>
                    <a:pt x="4261587" y="6513012"/>
                  </a:lnTo>
                  <a:lnTo>
                    <a:pt x="4264398" y="6508052"/>
                  </a:lnTo>
                  <a:lnTo>
                    <a:pt x="4275382" y="6463849"/>
                  </a:lnTo>
                  <a:lnTo>
                    <a:pt x="4275385" y="6463841"/>
                  </a:lnTo>
                  <a:cubicBezTo>
                    <a:pt x="4278336" y="6451650"/>
                    <a:pt x="4285813" y="6444077"/>
                    <a:pt x="4295315" y="6438981"/>
                  </a:cubicBezTo>
                  <a:close/>
                  <a:moveTo>
                    <a:pt x="4381289" y="6365204"/>
                  </a:moveTo>
                  <a:lnTo>
                    <a:pt x="4380008" y="6387910"/>
                  </a:lnTo>
                  <a:lnTo>
                    <a:pt x="4378243" y="6391549"/>
                  </a:lnTo>
                  <a:lnTo>
                    <a:pt x="4370589" y="6407332"/>
                  </a:lnTo>
                  <a:lnTo>
                    <a:pt x="4370589" y="6407333"/>
                  </a:lnTo>
                  <a:lnTo>
                    <a:pt x="4378243" y="6391549"/>
                  </a:lnTo>
                  <a:lnTo>
                    <a:pt x="4380008" y="6387910"/>
                  </a:lnTo>
                  <a:close/>
                  <a:moveTo>
                    <a:pt x="4142220" y="4221391"/>
                  </a:moveTo>
                  <a:lnTo>
                    <a:pt x="4142220" y="4221392"/>
                  </a:lnTo>
                  <a:cubicBezTo>
                    <a:pt x="4142982" y="4232061"/>
                    <a:pt x="4143172" y="4243873"/>
                    <a:pt x="4147936" y="4253015"/>
                  </a:cubicBezTo>
                  <a:cubicBezTo>
                    <a:pt x="4160129" y="4277402"/>
                    <a:pt x="4175749" y="4300071"/>
                    <a:pt x="4187752" y="4324646"/>
                  </a:cubicBezTo>
                  <a:lnTo>
                    <a:pt x="4196706" y="4363891"/>
                  </a:lnTo>
                  <a:lnTo>
                    <a:pt x="4195944" y="4482004"/>
                  </a:lnTo>
                  <a:cubicBezTo>
                    <a:pt x="4193276" y="4546776"/>
                    <a:pt x="4192704" y="4612500"/>
                    <a:pt x="4135934" y="4659174"/>
                  </a:cubicBezTo>
                  <a:cubicBezTo>
                    <a:pt x="4131362" y="4662986"/>
                    <a:pt x="4128694" y="4671176"/>
                    <a:pt x="4127932" y="4677655"/>
                  </a:cubicBezTo>
                  <a:cubicBezTo>
                    <a:pt x="4124313" y="4707564"/>
                    <a:pt x="4123931" y="4738235"/>
                    <a:pt x="4118025" y="4767764"/>
                  </a:cubicBezTo>
                  <a:cubicBezTo>
                    <a:pt x="4115644" y="4779575"/>
                    <a:pt x="4114835" y="4790387"/>
                    <a:pt x="4116716" y="4800483"/>
                  </a:cubicBezTo>
                  <a:lnTo>
                    <a:pt x="4116716" y="4800484"/>
                  </a:lnTo>
                  <a:cubicBezTo>
                    <a:pt x="4118597" y="4810581"/>
                    <a:pt x="4123170" y="4819964"/>
                    <a:pt x="4131552" y="4828917"/>
                  </a:cubicBezTo>
                  <a:lnTo>
                    <a:pt x="4153733" y="4863343"/>
                  </a:lnTo>
                  <a:lnTo>
                    <a:pt x="4161262" y="4889275"/>
                  </a:lnTo>
                  <a:lnTo>
                    <a:pt x="4159557" y="4912168"/>
                  </a:lnTo>
                  <a:cubicBezTo>
                    <a:pt x="4157842" y="4919978"/>
                    <a:pt x="4157485" y="4927122"/>
                    <a:pt x="4158155" y="4933804"/>
                  </a:cubicBezTo>
                  <a:lnTo>
                    <a:pt x="4158155" y="4933805"/>
                  </a:lnTo>
                  <a:lnTo>
                    <a:pt x="4162914" y="4952673"/>
                  </a:lnTo>
                  <a:lnTo>
                    <a:pt x="4165707" y="4957454"/>
                  </a:lnTo>
                  <a:lnTo>
                    <a:pt x="4166985" y="4961456"/>
                  </a:lnTo>
                  <a:cubicBezTo>
                    <a:pt x="4171496" y="4970097"/>
                    <a:pt x="4177202" y="4978394"/>
                    <a:pt x="4182989" y="4987038"/>
                  </a:cubicBezTo>
                  <a:cubicBezTo>
                    <a:pt x="4194228" y="5003802"/>
                    <a:pt x="4208326" y="5022853"/>
                    <a:pt x="4209468" y="5041522"/>
                  </a:cubicBezTo>
                  <a:cubicBezTo>
                    <a:pt x="4210087" y="5052096"/>
                    <a:pt x="4213005" y="5062300"/>
                    <a:pt x="4216684" y="5072376"/>
                  </a:cubicBezTo>
                  <a:lnTo>
                    <a:pt x="4222587" y="5087441"/>
                  </a:lnTo>
                  <a:lnTo>
                    <a:pt x="4235615" y="5133220"/>
                  </a:lnTo>
                  <a:lnTo>
                    <a:pt x="4235616" y="5133225"/>
                  </a:lnTo>
                  <a:lnTo>
                    <a:pt x="4228901" y="5166113"/>
                  </a:lnTo>
                  <a:lnTo>
                    <a:pt x="4228901" y="5166114"/>
                  </a:lnTo>
                  <a:cubicBezTo>
                    <a:pt x="4228139" y="5167638"/>
                    <a:pt x="4228712" y="5169781"/>
                    <a:pt x="4229593" y="5172091"/>
                  </a:cubicBezTo>
                  <a:lnTo>
                    <a:pt x="4232139" y="5179068"/>
                  </a:lnTo>
                  <a:cubicBezTo>
                    <a:pt x="4235759" y="5196595"/>
                    <a:pt x="4235807" y="5213598"/>
                    <a:pt x="4231973" y="5229434"/>
                  </a:cubicBezTo>
                  <a:lnTo>
                    <a:pt x="4225669" y="5241089"/>
                  </a:lnTo>
                  <a:lnTo>
                    <a:pt x="4208517" y="5272796"/>
                  </a:lnTo>
                  <a:cubicBezTo>
                    <a:pt x="4196871" y="5285441"/>
                    <a:pt x="4189165" y="5298595"/>
                    <a:pt x="4184613" y="5312288"/>
                  </a:cubicBezTo>
                  <a:lnTo>
                    <a:pt x="4183557" y="5321350"/>
                  </a:lnTo>
                  <a:lnTo>
                    <a:pt x="4181083" y="5326163"/>
                  </a:lnTo>
                  <a:lnTo>
                    <a:pt x="4179637" y="5355014"/>
                  </a:lnTo>
                  <a:lnTo>
                    <a:pt x="4179637" y="5355015"/>
                  </a:lnTo>
                  <a:cubicBezTo>
                    <a:pt x="4180286" y="5364883"/>
                    <a:pt x="4181989" y="5375003"/>
                    <a:pt x="4184513" y="5385385"/>
                  </a:cubicBezTo>
                  <a:cubicBezTo>
                    <a:pt x="4187752" y="5398722"/>
                    <a:pt x="4190038" y="5412058"/>
                    <a:pt x="4192704" y="5425583"/>
                  </a:cubicBezTo>
                  <a:cubicBezTo>
                    <a:pt x="4196514" y="5443871"/>
                    <a:pt x="4200516" y="5462352"/>
                    <a:pt x="4204327" y="5480638"/>
                  </a:cubicBezTo>
                  <a:lnTo>
                    <a:pt x="4208850" y="5507668"/>
                  </a:lnTo>
                  <a:lnTo>
                    <a:pt x="4198232" y="5531692"/>
                  </a:lnTo>
                  <a:lnTo>
                    <a:pt x="4198231" y="5531693"/>
                  </a:lnTo>
                  <a:cubicBezTo>
                    <a:pt x="4191181" y="5537600"/>
                    <a:pt x="4187989" y="5542649"/>
                    <a:pt x="4188085" y="5547578"/>
                  </a:cubicBezTo>
                  <a:lnTo>
                    <a:pt x="4188085" y="5547579"/>
                  </a:lnTo>
                  <a:cubicBezTo>
                    <a:pt x="4188180" y="5552508"/>
                    <a:pt x="4191562" y="5557318"/>
                    <a:pt x="4197659" y="5562747"/>
                  </a:cubicBezTo>
                  <a:cubicBezTo>
                    <a:pt x="4240332" y="5600468"/>
                    <a:pt x="4267003" y="5646190"/>
                    <a:pt x="4268907" y="5704484"/>
                  </a:cubicBezTo>
                  <a:cubicBezTo>
                    <a:pt x="4269289" y="5716486"/>
                    <a:pt x="4271954" y="5728679"/>
                    <a:pt x="4274812" y="5740489"/>
                  </a:cubicBezTo>
                  <a:cubicBezTo>
                    <a:pt x="4276527" y="5747729"/>
                    <a:pt x="4278433" y="5756494"/>
                    <a:pt x="4283578" y="5760874"/>
                  </a:cubicBezTo>
                  <a:cubicBezTo>
                    <a:pt x="4322821" y="5794975"/>
                    <a:pt x="4350063" y="5837458"/>
                    <a:pt x="4371973" y="5883752"/>
                  </a:cubicBezTo>
                  <a:lnTo>
                    <a:pt x="4371974" y="5883757"/>
                  </a:lnTo>
                  <a:lnTo>
                    <a:pt x="4389877" y="5935946"/>
                  </a:lnTo>
                  <a:lnTo>
                    <a:pt x="4389878" y="5935950"/>
                  </a:lnTo>
                  <a:lnTo>
                    <a:pt x="4386259" y="5993290"/>
                  </a:lnTo>
                  <a:lnTo>
                    <a:pt x="4386259" y="5993291"/>
                  </a:lnTo>
                  <a:cubicBezTo>
                    <a:pt x="4385116" y="6004531"/>
                    <a:pt x="4385306" y="6017485"/>
                    <a:pt x="4379782" y="6026440"/>
                  </a:cubicBezTo>
                  <a:cubicBezTo>
                    <a:pt x="4362445" y="6054825"/>
                    <a:pt x="4343778" y="6082258"/>
                    <a:pt x="4323583" y="6108738"/>
                  </a:cubicBezTo>
                  <a:cubicBezTo>
                    <a:pt x="4314914" y="6120074"/>
                    <a:pt x="4309961" y="6126884"/>
                    <a:pt x="4309890" y="6133314"/>
                  </a:cubicBezTo>
                  <a:lnTo>
                    <a:pt x="4309890" y="6133315"/>
                  </a:lnTo>
                  <a:lnTo>
                    <a:pt x="4313591" y="6143190"/>
                  </a:lnTo>
                  <a:lnTo>
                    <a:pt x="4325486" y="6155600"/>
                  </a:lnTo>
                  <a:lnTo>
                    <a:pt x="4325488" y="6155603"/>
                  </a:lnTo>
                  <a:cubicBezTo>
                    <a:pt x="4347778" y="6175798"/>
                    <a:pt x="4359398" y="6200945"/>
                    <a:pt x="4364160" y="6228757"/>
                  </a:cubicBezTo>
                  <a:lnTo>
                    <a:pt x="4381497" y="6361540"/>
                  </a:lnTo>
                  <a:lnTo>
                    <a:pt x="4381497" y="6361539"/>
                  </a:lnTo>
                  <a:cubicBezTo>
                    <a:pt x="4377877" y="6317151"/>
                    <a:pt x="4371590" y="6272764"/>
                    <a:pt x="4364160" y="6228756"/>
                  </a:cubicBezTo>
                  <a:cubicBezTo>
                    <a:pt x="4359398" y="6200944"/>
                    <a:pt x="4347778" y="6175797"/>
                    <a:pt x="4325488" y="6155602"/>
                  </a:cubicBezTo>
                  <a:lnTo>
                    <a:pt x="4325486" y="6155600"/>
                  </a:lnTo>
                  <a:lnTo>
                    <a:pt x="4309890" y="6133315"/>
                  </a:lnTo>
                  <a:lnTo>
                    <a:pt x="4323583" y="6108739"/>
                  </a:lnTo>
                  <a:cubicBezTo>
                    <a:pt x="4343778" y="6082259"/>
                    <a:pt x="4362445" y="6054826"/>
                    <a:pt x="4379782" y="6026441"/>
                  </a:cubicBezTo>
                  <a:cubicBezTo>
                    <a:pt x="4385306" y="6017486"/>
                    <a:pt x="4385116" y="6004532"/>
                    <a:pt x="4386259" y="5993292"/>
                  </a:cubicBezTo>
                  <a:lnTo>
                    <a:pt x="4386259" y="5993290"/>
                  </a:lnTo>
                  <a:lnTo>
                    <a:pt x="4389712" y="5964477"/>
                  </a:lnTo>
                  <a:lnTo>
                    <a:pt x="4389878" y="5935950"/>
                  </a:lnTo>
                  <a:lnTo>
                    <a:pt x="4389878" y="5935949"/>
                  </a:lnTo>
                  <a:lnTo>
                    <a:pt x="4389877" y="5935946"/>
                  </a:lnTo>
                  <a:lnTo>
                    <a:pt x="4382997" y="5909351"/>
                  </a:lnTo>
                  <a:lnTo>
                    <a:pt x="4371974" y="5883757"/>
                  </a:lnTo>
                  <a:lnTo>
                    <a:pt x="4371973" y="5883751"/>
                  </a:lnTo>
                  <a:cubicBezTo>
                    <a:pt x="4350063" y="5837457"/>
                    <a:pt x="4322821" y="5794974"/>
                    <a:pt x="4283578" y="5760873"/>
                  </a:cubicBezTo>
                  <a:cubicBezTo>
                    <a:pt x="4278433" y="5756493"/>
                    <a:pt x="4276527" y="5747728"/>
                    <a:pt x="4274812" y="5740488"/>
                  </a:cubicBezTo>
                  <a:cubicBezTo>
                    <a:pt x="4271954" y="5728678"/>
                    <a:pt x="4269289" y="5716485"/>
                    <a:pt x="4268907" y="5704483"/>
                  </a:cubicBezTo>
                  <a:cubicBezTo>
                    <a:pt x="4267003" y="5646189"/>
                    <a:pt x="4240332" y="5600467"/>
                    <a:pt x="4197659" y="5562746"/>
                  </a:cubicBezTo>
                  <a:lnTo>
                    <a:pt x="4188085" y="5547578"/>
                  </a:lnTo>
                  <a:lnTo>
                    <a:pt x="4198231" y="5531694"/>
                  </a:lnTo>
                  <a:lnTo>
                    <a:pt x="4198232" y="5531692"/>
                  </a:lnTo>
                  <a:lnTo>
                    <a:pt x="4206630" y="5520422"/>
                  </a:lnTo>
                  <a:lnTo>
                    <a:pt x="4208850" y="5507668"/>
                  </a:lnTo>
                  <a:lnTo>
                    <a:pt x="4208850" y="5507667"/>
                  </a:lnTo>
                  <a:cubicBezTo>
                    <a:pt x="4208803" y="5498832"/>
                    <a:pt x="4206231" y="5489497"/>
                    <a:pt x="4204327" y="5480637"/>
                  </a:cubicBezTo>
                  <a:cubicBezTo>
                    <a:pt x="4200516" y="5462351"/>
                    <a:pt x="4196514" y="5443870"/>
                    <a:pt x="4192704" y="5425582"/>
                  </a:cubicBezTo>
                  <a:cubicBezTo>
                    <a:pt x="4190038" y="5412057"/>
                    <a:pt x="4187752" y="5398721"/>
                    <a:pt x="4184513" y="5385384"/>
                  </a:cubicBezTo>
                  <a:lnTo>
                    <a:pt x="4179637" y="5355014"/>
                  </a:lnTo>
                  <a:lnTo>
                    <a:pt x="4183557" y="5321350"/>
                  </a:lnTo>
                  <a:lnTo>
                    <a:pt x="4208517" y="5272797"/>
                  </a:lnTo>
                  <a:lnTo>
                    <a:pt x="4225669" y="5241089"/>
                  </a:lnTo>
                  <a:lnTo>
                    <a:pt x="4231973" y="5229433"/>
                  </a:lnTo>
                  <a:lnTo>
                    <a:pt x="4232139" y="5179068"/>
                  </a:lnTo>
                  <a:lnTo>
                    <a:pt x="4232139" y="5179067"/>
                  </a:lnTo>
                  <a:cubicBezTo>
                    <a:pt x="4231663" y="5176876"/>
                    <a:pt x="4230473" y="5174400"/>
                    <a:pt x="4229593" y="5172090"/>
                  </a:cubicBezTo>
                  <a:lnTo>
                    <a:pt x="4228901" y="5166114"/>
                  </a:lnTo>
                  <a:lnTo>
                    <a:pt x="4235616" y="5133225"/>
                  </a:lnTo>
                  <a:lnTo>
                    <a:pt x="4235616" y="5133224"/>
                  </a:lnTo>
                  <a:lnTo>
                    <a:pt x="4235615" y="5133220"/>
                  </a:lnTo>
                  <a:lnTo>
                    <a:pt x="4228473" y="5102461"/>
                  </a:lnTo>
                  <a:lnTo>
                    <a:pt x="4222587" y="5087441"/>
                  </a:lnTo>
                  <a:lnTo>
                    <a:pt x="4222582" y="5087423"/>
                  </a:lnTo>
                  <a:cubicBezTo>
                    <a:pt x="4216496" y="5072411"/>
                    <a:pt x="4210397" y="5057381"/>
                    <a:pt x="4209468" y="5041521"/>
                  </a:cubicBezTo>
                  <a:cubicBezTo>
                    <a:pt x="4208326" y="5022852"/>
                    <a:pt x="4194228" y="5003801"/>
                    <a:pt x="4182989" y="4987037"/>
                  </a:cubicBezTo>
                  <a:lnTo>
                    <a:pt x="4165707" y="4957454"/>
                  </a:lnTo>
                  <a:lnTo>
                    <a:pt x="4158155" y="4933805"/>
                  </a:lnTo>
                  <a:lnTo>
                    <a:pt x="4159557" y="4912169"/>
                  </a:lnTo>
                  <a:cubicBezTo>
                    <a:pt x="4161319" y="4904358"/>
                    <a:pt x="4161831" y="4896714"/>
                    <a:pt x="4161262" y="4889276"/>
                  </a:cubicBezTo>
                  <a:lnTo>
                    <a:pt x="4161262" y="4889275"/>
                  </a:lnTo>
                  <a:lnTo>
                    <a:pt x="4156484" y="4867614"/>
                  </a:lnTo>
                  <a:lnTo>
                    <a:pt x="4153733" y="4863343"/>
                  </a:lnTo>
                  <a:lnTo>
                    <a:pt x="4151983" y="4857317"/>
                  </a:lnTo>
                  <a:cubicBezTo>
                    <a:pt x="4146840" y="4847214"/>
                    <a:pt x="4139839" y="4837703"/>
                    <a:pt x="4131552" y="4828916"/>
                  </a:cubicBezTo>
                  <a:lnTo>
                    <a:pt x="4116716" y="4800483"/>
                  </a:lnTo>
                  <a:lnTo>
                    <a:pt x="4118025" y="4767765"/>
                  </a:lnTo>
                  <a:cubicBezTo>
                    <a:pt x="4123931" y="4738236"/>
                    <a:pt x="4124313" y="4707565"/>
                    <a:pt x="4127932" y="4677656"/>
                  </a:cubicBezTo>
                  <a:cubicBezTo>
                    <a:pt x="4128694" y="4671177"/>
                    <a:pt x="4131362" y="4662987"/>
                    <a:pt x="4135934" y="4659175"/>
                  </a:cubicBezTo>
                  <a:cubicBezTo>
                    <a:pt x="4192704" y="4612501"/>
                    <a:pt x="4193276" y="4546777"/>
                    <a:pt x="4195944" y="4482005"/>
                  </a:cubicBezTo>
                  <a:cubicBezTo>
                    <a:pt x="4197659" y="4442762"/>
                    <a:pt x="4197659" y="4403326"/>
                    <a:pt x="4196706" y="4363891"/>
                  </a:cubicBezTo>
                  <a:lnTo>
                    <a:pt x="4196706" y="4363890"/>
                  </a:lnTo>
                  <a:cubicBezTo>
                    <a:pt x="4196514" y="4350554"/>
                    <a:pt x="4193466" y="4336457"/>
                    <a:pt x="4187752" y="4324645"/>
                  </a:cubicBezTo>
                  <a:cubicBezTo>
                    <a:pt x="4175749" y="4300070"/>
                    <a:pt x="4160129" y="4277401"/>
                    <a:pt x="4147936" y="4253014"/>
                  </a:cubicBezTo>
                  <a:close/>
                  <a:moveTo>
                    <a:pt x="4211111" y="2836172"/>
                  </a:moveTo>
                  <a:lnTo>
                    <a:pt x="4202421" y="2848793"/>
                  </a:lnTo>
                  <a:cubicBezTo>
                    <a:pt x="4197421" y="2865010"/>
                    <a:pt x="4191562" y="2881307"/>
                    <a:pt x="4186816" y="2897785"/>
                  </a:cubicBezTo>
                  <a:lnTo>
                    <a:pt x="4185787" y="2903551"/>
                  </a:lnTo>
                  <a:lnTo>
                    <a:pt x="4182513" y="2914328"/>
                  </a:lnTo>
                  <a:lnTo>
                    <a:pt x="4177882" y="2947858"/>
                  </a:lnTo>
                  <a:lnTo>
                    <a:pt x="4177881" y="2947862"/>
                  </a:lnTo>
                  <a:lnTo>
                    <a:pt x="4177881" y="2947863"/>
                  </a:lnTo>
                  <a:cubicBezTo>
                    <a:pt x="4177512" y="2959157"/>
                    <a:pt x="4178512" y="2970576"/>
                    <a:pt x="4181465" y="2982149"/>
                  </a:cubicBezTo>
                  <a:lnTo>
                    <a:pt x="4193158" y="3077402"/>
                  </a:lnTo>
                  <a:lnTo>
                    <a:pt x="4180703" y="3172654"/>
                  </a:lnTo>
                  <a:cubicBezTo>
                    <a:pt x="4154794" y="3276480"/>
                    <a:pt x="4127362" y="3380305"/>
                    <a:pt x="4133076" y="3489467"/>
                  </a:cubicBezTo>
                  <a:cubicBezTo>
                    <a:pt x="4134028" y="3507563"/>
                    <a:pt x="4122407" y="3529090"/>
                    <a:pt x="4110977" y="3544713"/>
                  </a:cubicBezTo>
                  <a:cubicBezTo>
                    <a:pt x="4100119" y="3559668"/>
                    <a:pt x="4094260" y="3566812"/>
                    <a:pt x="4093355" y="3574408"/>
                  </a:cubicBezTo>
                  <a:lnTo>
                    <a:pt x="4093355" y="3574409"/>
                  </a:lnTo>
                  <a:cubicBezTo>
                    <a:pt x="4092450" y="3582005"/>
                    <a:pt x="4096499" y="3590054"/>
                    <a:pt x="4105453" y="3606818"/>
                  </a:cubicBezTo>
                  <a:cubicBezTo>
                    <a:pt x="4109835" y="3614820"/>
                    <a:pt x="4112501" y="3624726"/>
                    <a:pt x="4118979" y="3630633"/>
                  </a:cubicBezTo>
                  <a:lnTo>
                    <a:pt x="4136708" y="3654416"/>
                  </a:lnTo>
                  <a:lnTo>
                    <a:pt x="4140382" y="3668940"/>
                  </a:lnTo>
                  <a:lnTo>
                    <a:pt x="4143220" y="3680164"/>
                  </a:lnTo>
                  <a:lnTo>
                    <a:pt x="4139172" y="3734837"/>
                  </a:lnTo>
                  <a:lnTo>
                    <a:pt x="4139172" y="3734838"/>
                  </a:lnTo>
                  <a:cubicBezTo>
                    <a:pt x="4138220" y="3741316"/>
                    <a:pt x="4136886" y="3749126"/>
                    <a:pt x="4139554" y="3754653"/>
                  </a:cubicBezTo>
                  <a:lnTo>
                    <a:pt x="4145911" y="3789776"/>
                  </a:lnTo>
                  <a:lnTo>
                    <a:pt x="4130980" y="3822472"/>
                  </a:lnTo>
                  <a:cubicBezTo>
                    <a:pt x="4123932" y="3831902"/>
                    <a:pt x="4118312" y="3842046"/>
                    <a:pt x="4116645" y="3852619"/>
                  </a:cubicBezTo>
                  <a:lnTo>
                    <a:pt x="4116645" y="3852620"/>
                  </a:lnTo>
                  <a:lnTo>
                    <a:pt x="4117425" y="3868764"/>
                  </a:lnTo>
                  <a:lnTo>
                    <a:pt x="4126028" y="3885337"/>
                  </a:lnTo>
                  <a:lnTo>
                    <a:pt x="4126028" y="3885339"/>
                  </a:lnTo>
                  <a:cubicBezTo>
                    <a:pt x="4135744" y="3897722"/>
                    <a:pt x="4143150" y="3910319"/>
                    <a:pt x="4148409" y="3923125"/>
                  </a:cubicBezTo>
                  <a:lnTo>
                    <a:pt x="4157913" y="3962160"/>
                  </a:lnTo>
                  <a:lnTo>
                    <a:pt x="4142221" y="4043838"/>
                  </a:lnTo>
                  <a:lnTo>
                    <a:pt x="4142220" y="4043839"/>
                  </a:lnTo>
                  <a:cubicBezTo>
                    <a:pt x="4133457" y="4063842"/>
                    <a:pt x="4128075" y="4083702"/>
                    <a:pt x="4127099" y="4103825"/>
                  </a:cubicBezTo>
                  <a:lnTo>
                    <a:pt x="4127099" y="4103826"/>
                  </a:lnTo>
                  <a:lnTo>
                    <a:pt x="4129066" y="4134256"/>
                  </a:lnTo>
                  <a:lnTo>
                    <a:pt x="4138410" y="4165382"/>
                  </a:lnTo>
                  <a:lnTo>
                    <a:pt x="4138410" y="4165384"/>
                  </a:lnTo>
                  <a:lnTo>
                    <a:pt x="4142315" y="4192388"/>
                  </a:lnTo>
                  <a:lnTo>
                    <a:pt x="4142315" y="4192387"/>
                  </a:lnTo>
                  <a:cubicBezTo>
                    <a:pt x="4142411" y="4182767"/>
                    <a:pt x="4141839" y="4173480"/>
                    <a:pt x="4138410" y="4165383"/>
                  </a:cubicBezTo>
                  <a:lnTo>
                    <a:pt x="4138410" y="4165382"/>
                  </a:lnTo>
                  <a:lnTo>
                    <a:pt x="4127099" y="4103826"/>
                  </a:lnTo>
                  <a:lnTo>
                    <a:pt x="4142220" y="4043840"/>
                  </a:lnTo>
                  <a:lnTo>
                    <a:pt x="4142221" y="4043838"/>
                  </a:lnTo>
                  <a:lnTo>
                    <a:pt x="4155523" y="4002410"/>
                  </a:lnTo>
                  <a:lnTo>
                    <a:pt x="4157913" y="3962160"/>
                  </a:lnTo>
                  <a:lnTo>
                    <a:pt x="4157913" y="3962159"/>
                  </a:lnTo>
                  <a:cubicBezTo>
                    <a:pt x="4155651" y="3935727"/>
                    <a:pt x="4145460" y="3910104"/>
                    <a:pt x="4126028" y="3885338"/>
                  </a:cubicBezTo>
                  <a:lnTo>
                    <a:pt x="4126028" y="3885337"/>
                  </a:lnTo>
                  <a:lnTo>
                    <a:pt x="4116645" y="3852620"/>
                  </a:lnTo>
                  <a:lnTo>
                    <a:pt x="4130980" y="3822473"/>
                  </a:lnTo>
                  <a:cubicBezTo>
                    <a:pt x="4139172" y="3811614"/>
                    <a:pt x="4144316" y="3800897"/>
                    <a:pt x="4145911" y="3789777"/>
                  </a:cubicBezTo>
                  <a:lnTo>
                    <a:pt x="4145911" y="3789776"/>
                  </a:lnTo>
                  <a:cubicBezTo>
                    <a:pt x="4147507" y="3778655"/>
                    <a:pt x="4145554" y="3767130"/>
                    <a:pt x="4139554" y="3754652"/>
                  </a:cubicBezTo>
                  <a:lnTo>
                    <a:pt x="4139172" y="3734838"/>
                  </a:lnTo>
                  <a:lnTo>
                    <a:pt x="4143220" y="3680164"/>
                  </a:lnTo>
                  <a:lnTo>
                    <a:pt x="4143220" y="3680163"/>
                  </a:lnTo>
                  <a:lnTo>
                    <a:pt x="4140382" y="3668940"/>
                  </a:lnTo>
                  <a:lnTo>
                    <a:pt x="4136708" y="3654416"/>
                  </a:lnTo>
                  <a:lnTo>
                    <a:pt x="4136708" y="3654416"/>
                  </a:lnTo>
                  <a:lnTo>
                    <a:pt x="4136708" y="3654415"/>
                  </a:lnTo>
                  <a:cubicBezTo>
                    <a:pt x="4132898" y="3646123"/>
                    <a:pt x="4127219" y="3638157"/>
                    <a:pt x="4118979" y="3630632"/>
                  </a:cubicBezTo>
                  <a:cubicBezTo>
                    <a:pt x="4112501" y="3624725"/>
                    <a:pt x="4109835" y="3614819"/>
                    <a:pt x="4105453" y="3606817"/>
                  </a:cubicBezTo>
                  <a:cubicBezTo>
                    <a:pt x="4100976" y="3598435"/>
                    <a:pt x="4097725" y="3592232"/>
                    <a:pt x="4095707" y="3587174"/>
                  </a:cubicBezTo>
                  <a:lnTo>
                    <a:pt x="4093355" y="3574408"/>
                  </a:lnTo>
                  <a:lnTo>
                    <a:pt x="4098434" y="3562321"/>
                  </a:lnTo>
                  <a:cubicBezTo>
                    <a:pt x="4101369" y="3557716"/>
                    <a:pt x="4105548" y="3552191"/>
                    <a:pt x="4110977" y="3544714"/>
                  </a:cubicBezTo>
                  <a:cubicBezTo>
                    <a:pt x="4122407" y="3529091"/>
                    <a:pt x="4134028" y="3507564"/>
                    <a:pt x="4133076" y="3489468"/>
                  </a:cubicBezTo>
                  <a:cubicBezTo>
                    <a:pt x="4127362" y="3380306"/>
                    <a:pt x="4154794" y="3276481"/>
                    <a:pt x="4180703" y="3172655"/>
                  </a:cubicBezTo>
                  <a:cubicBezTo>
                    <a:pt x="4188705" y="3140650"/>
                    <a:pt x="4192943" y="3109026"/>
                    <a:pt x="4193158" y="3077402"/>
                  </a:cubicBezTo>
                  <a:lnTo>
                    <a:pt x="4193158" y="3077401"/>
                  </a:lnTo>
                  <a:cubicBezTo>
                    <a:pt x="4193372" y="3045777"/>
                    <a:pt x="4189562" y="3014153"/>
                    <a:pt x="4181465" y="2982148"/>
                  </a:cubicBezTo>
                  <a:lnTo>
                    <a:pt x="4177881" y="2947863"/>
                  </a:lnTo>
                  <a:lnTo>
                    <a:pt x="4177882" y="2947858"/>
                  </a:lnTo>
                  <a:lnTo>
                    <a:pt x="4185787" y="2903551"/>
                  </a:lnTo>
                  <a:lnTo>
                    <a:pt x="4202421" y="2848794"/>
                  </a:lnTo>
                  <a:cubicBezTo>
                    <a:pt x="4203754" y="2844317"/>
                    <a:pt x="4207040" y="2839983"/>
                    <a:pt x="4211111" y="2836173"/>
                  </a:cubicBezTo>
                  <a:close/>
                  <a:moveTo>
                    <a:pt x="3726625" y="1508458"/>
                  </a:moveTo>
                  <a:lnTo>
                    <a:pt x="3698531" y="1596214"/>
                  </a:lnTo>
                  <a:cubicBezTo>
                    <a:pt x="3696054" y="1604979"/>
                    <a:pt x="3697579" y="1615837"/>
                    <a:pt x="3700436" y="1624981"/>
                  </a:cubicBezTo>
                  <a:cubicBezTo>
                    <a:pt x="3710152" y="1656224"/>
                    <a:pt x="3734537" y="1676037"/>
                    <a:pt x="3757017" y="1697754"/>
                  </a:cubicBezTo>
                  <a:cubicBezTo>
                    <a:pt x="3766924" y="1707280"/>
                    <a:pt x="3773972" y="1720424"/>
                    <a:pt x="3779686" y="1733189"/>
                  </a:cubicBezTo>
                  <a:cubicBezTo>
                    <a:pt x="3794357" y="1766336"/>
                    <a:pt x="3807501" y="1800247"/>
                    <a:pt x="3821407" y="1833776"/>
                  </a:cubicBezTo>
                  <a:cubicBezTo>
                    <a:pt x="3822741" y="1837014"/>
                    <a:pt x="3826170" y="1839680"/>
                    <a:pt x="3829028" y="1842159"/>
                  </a:cubicBezTo>
                  <a:cubicBezTo>
                    <a:pt x="3859129" y="1866923"/>
                    <a:pt x="3889418" y="1891498"/>
                    <a:pt x="3919519" y="1916455"/>
                  </a:cubicBezTo>
                  <a:cubicBezTo>
                    <a:pt x="3925233" y="1921217"/>
                    <a:pt x="3929425" y="1928077"/>
                    <a:pt x="3934949" y="1933220"/>
                  </a:cubicBezTo>
                  <a:cubicBezTo>
                    <a:pt x="3942569" y="1940460"/>
                    <a:pt x="3949810" y="1949604"/>
                    <a:pt x="3958954" y="1953414"/>
                  </a:cubicBezTo>
                  <a:cubicBezTo>
                    <a:pt x="3987719" y="1965225"/>
                    <a:pt x="4000103" y="1987895"/>
                    <a:pt x="4005437" y="2016470"/>
                  </a:cubicBezTo>
                  <a:cubicBezTo>
                    <a:pt x="4010390" y="2042571"/>
                    <a:pt x="4014582" y="2068670"/>
                    <a:pt x="4020296" y="2094579"/>
                  </a:cubicBezTo>
                  <a:cubicBezTo>
                    <a:pt x="4027154" y="2126202"/>
                    <a:pt x="4034584" y="2157637"/>
                    <a:pt x="4042967" y="2188880"/>
                  </a:cubicBezTo>
                  <a:cubicBezTo>
                    <a:pt x="4046587" y="2202405"/>
                    <a:pt x="4050777" y="2216693"/>
                    <a:pt x="4058207" y="2228315"/>
                  </a:cubicBezTo>
                  <a:cubicBezTo>
                    <a:pt x="4078782" y="2260891"/>
                    <a:pt x="4092688" y="2295754"/>
                    <a:pt x="4087164" y="2334045"/>
                  </a:cubicBezTo>
                  <a:cubicBezTo>
                    <a:pt x="4082782" y="2364716"/>
                    <a:pt x="4094022" y="2390435"/>
                    <a:pt x="4111549" y="2409486"/>
                  </a:cubicBezTo>
                  <a:cubicBezTo>
                    <a:pt x="4119503" y="2418155"/>
                    <a:pt x="4125016" y="2426977"/>
                    <a:pt x="4128650" y="2435913"/>
                  </a:cubicBezTo>
                  <a:lnTo>
                    <a:pt x="4134481" y="2463018"/>
                  </a:lnTo>
                  <a:lnTo>
                    <a:pt x="4125839" y="2518262"/>
                  </a:lnTo>
                  <a:lnTo>
                    <a:pt x="4125838" y="2518264"/>
                  </a:lnTo>
                  <a:cubicBezTo>
                    <a:pt x="4123171" y="2527790"/>
                    <a:pt x="4122027" y="2536457"/>
                    <a:pt x="4122194" y="2545006"/>
                  </a:cubicBezTo>
                  <a:lnTo>
                    <a:pt x="4122194" y="2545007"/>
                  </a:lnTo>
                  <a:cubicBezTo>
                    <a:pt x="4122360" y="2553556"/>
                    <a:pt x="4123837" y="2561986"/>
                    <a:pt x="4126408" y="2571035"/>
                  </a:cubicBezTo>
                  <a:cubicBezTo>
                    <a:pt x="4138410" y="2612946"/>
                    <a:pt x="4170987" y="2640951"/>
                    <a:pt x="4199563" y="2668002"/>
                  </a:cubicBezTo>
                  <a:cubicBezTo>
                    <a:pt x="4223947" y="2691055"/>
                    <a:pt x="4237663" y="2716964"/>
                    <a:pt x="4247953" y="2745349"/>
                  </a:cubicBezTo>
                  <a:lnTo>
                    <a:pt x="4247954" y="2745352"/>
                  </a:lnTo>
                  <a:lnTo>
                    <a:pt x="4253873" y="2778006"/>
                  </a:lnTo>
                  <a:lnTo>
                    <a:pt x="4253453" y="2785440"/>
                  </a:lnTo>
                  <a:lnTo>
                    <a:pt x="4243374" y="2811780"/>
                  </a:lnTo>
                  <a:lnTo>
                    <a:pt x="4243371" y="2811787"/>
                  </a:lnTo>
                  <a:lnTo>
                    <a:pt x="4243372" y="2811787"/>
                  </a:lnTo>
                  <a:lnTo>
                    <a:pt x="4243374" y="2811780"/>
                  </a:lnTo>
                  <a:lnTo>
                    <a:pt x="4253025" y="2793023"/>
                  </a:lnTo>
                  <a:lnTo>
                    <a:pt x="4253453" y="2785440"/>
                  </a:lnTo>
                  <a:lnTo>
                    <a:pt x="4254654" y="2782305"/>
                  </a:lnTo>
                  <a:lnTo>
                    <a:pt x="4253873" y="2778006"/>
                  </a:lnTo>
                  <a:lnTo>
                    <a:pt x="4254284" y="2770758"/>
                  </a:lnTo>
                  <a:lnTo>
                    <a:pt x="4247954" y="2745352"/>
                  </a:lnTo>
                  <a:lnTo>
                    <a:pt x="4247953" y="2745348"/>
                  </a:lnTo>
                  <a:cubicBezTo>
                    <a:pt x="4237663" y="2716963"/>
                    <a:pt x="4223947" y="2691054"/>
                    <a:pt x="4199563" y="2668001"/>
                  </a:cubicBezTo>
                  <a:cubicBezTo>
                    <a:pt x="4170987" y="2640950"/>
                    <a:pt x="4138410" y="2612945"/>
                    <a:pt x="4126408" y="2571034"/>
                  </a:cubicBezTo>
                  <a:lnTo>
                    <a:pt x="4122194" y="2545007"/>
                  </a:lnTo>
                  <a:lnTo>
                    <a:pt x="4125838" y="2518265"/>
                  </a:lnTo>
                  <a:lnTo>
                    <a:pt x="4125839" y="2518262"/>
                  </a:lnTo>
                  <a:lnTo>
                    <a:pt x="4132419" y="2490551"/>
                  </a:lnTo>
                  <a:lnTo>
                    <a:pt x="4134481" y="2463018"/>
                  </a:lnTo>
                  <a:lnTo>
                    <a:pt x="4134481" y="2463017"/>
                  </a:lnTo>
                  <a:cubicBezTo>
                    <a:pt x="4133600" y="2444777"/>
                    <a:pt x="4127457" y="2426822"/>
                    <a:pt x="4111549" y="2409485"/>
                  </a:cubicBezTo>
                  <a:cubicBezTo>
                    <a:pt x="4094022" y="2390434"/>
                    <a:pt x="4082782" y="2364715"/>
                    <a:pt x="4087164" y="2334044"/>
                  </a:cubicBezTo>
                  <a:cubicBezTo>
                    <a:pt x="4092688" y="2295753"/>
                    <a:pt x="4078782" y="2260890"/>
                    <a:pt x="4058207" y="2228314"/>
                  </a:cubicBezTo>
                  <a:cubicBezTo>
                    <a:pt x="4050777" y="2216692"/>
                    <a:pt x="4046587" y="2202404"/>
                    <a:pt x="4042967" y="2188879"/>
                  </a:cubicBezTo>
                  <a:cubicBezTo>
                    <a:pt x="4034584" y="2157636"/>
                    <a:pt x="4027154" y="2126201"/>
                    <a:pt x="4020296" y="2094578"/>
                  </a:cubicBezTo>
                  <a:cubicBezTo>
                    <a:pt x="4014582" y="2068669"/>
                    <a:pt x="4010390" y="2042570"/>
                    <a:pt x="4005437" y="2016469"/>
                  </a:cubicBezTo>
                  <a:cubicBezTo>
                    <a:pt x="4000103" y="1987894"/>
                    <a:pt x="3987719" y="1965224"/>
                    <a:pt x="3958954" y="1953413"/>
                  </a:cubicBezTo>
                  <a:cubicBezTo>
                    <a:pt x="3949810" y="1949603"/>
                    <a:pt x="3942569" y="1940459"/>
                    <a:pt x="3934949" y="1933219"/>
                  </a:cubicBezTo>
                  <a:cubicBezTo>
                    <a:pt x="3929425" y="1928076"/>
                    <a:pt x="3925233" y="1921216"/>
                    <a:pt x="3919519" y="1916454"/>
                  </a:cubicBezTo>
                  <a:cubicBezTo>
                    <a:pt x="3889418" y="1891497"/>
                    <a:pt x="3859129" y="1866922"/>
                    <a:pt x="3829028" y="1842158"/>
                  </a:cubicBezTo>
                  <a:cubicBezTo>
                    <a:pt x="3826170" y="1839679"/>
                    <a:pt x="3822741" y="1837013"/>
                    <a:pt x="3821407" y="1833775"/>
                  </a:cubicBezTo>
                  <a:cubicBezTo>
                    <a:pt x="3807501" y="1800246"/>
                    <a:pt x="3794358" y="1766335"/>
                    <a:pt x="3779686" y="1733188"/>
                  </a:cubicBezTo>
                  <a:cubicBezTo>
                    <a:pt x="3773972" y="1720423"/>
                    <a:pt x="3766924" y="1707279"/>
                    <a:pt x="3757018" y="1697753"/>
                  </a:cubicBezTo>
                  <a:cubicBezTo>
                    <a:pt x="3734538" y="1676036"/>
                    <a:pt x="3710152" y="1656223"/>
                    <a:pt x="3700436" y="1624980"/>
                  </a:cubicBezTo>
                  <a:cubicBezTo>
                    <a:pt x="3697580" y="1615836"/>
                    <a:pt x="3696055" y="1604978"/>
                    <a:pt x="3698532" y="1596213"/>
                  </a:cubicBezTo>
                  <a:close/>
                  <a:moveTo>
                    <a:pt x="3745230" y="1459073"/>
                  </a:moveTo>
                  <a:lnTo>
                    <a:pt x="3745229" y="1459074"/>
                  </a:lnTo>
                  <a:lnTo>
                    <a:pt x="3736012" y="1481572"/>
                  </a:lnTo>
                  <a:close/>
                  <a:moveTo>
                    <a:pt x="3764423" y="1268758"/>
                  </a:moveTo>
                  <a:cubicBezTo>
                    <a:pt x="3764875" y="1275402"/>
                    <a:pt x="3766447" y="1281689"/>
                    <a:pt x="3769590" y="1286070"/>
                  </a:cubicBezTo>
                  <a:cubicBezTo>
                    <a:pt x="3784163" y="1306930"/>
                    <a:pt x="3790403" y="1328553"/>
                    <a:pt x="3791927" y="1350628"/>
                  </a:cubicBezTo>
                  <a:lnTo>
                    <a:pt x="3786333" y="1413840"/>
                  </a:lnTo>
                  <a:lnTo>
                    <a:pt x="3791928" y="1350627"/>
                  </a:lnTo>
                  <a:cubicBezTo>
                    <a:pt x="3790403" y="1328552"/>
                    <a:pt x="3784164" y="1306930"/>
                    <a:pt x="3769590" y="1286069"/>
                  </a:cubicBezTo>
                  <a:close/>
                  <a:moveTo>
                    <a:pt x="3706152" y="773035"/>
                  </a:moveTo>
                  <a:lnTo>
                    <a:pt x="3706152" y="773036"/>
                  </a:lnTo>
                  <a:cubicBezTo>
                    <a:pt x="3708438" y="800277"/>
                    <a:pt x="3711676" y="827330"/>
                    <a:pt x="3714152" y="854380"/>
                  </a:cubicBezTo>
                  <a:cubicBezTo>
                    <a:pt x="3716438" y="878957"/>
                    <a:pt x="3717200" y="903723"/>
                    <a:pt x="3745205" y="915344"/>
                  </a:cubicBezTo>
                  <a:cubicBezTo>
                    <a:pt x="3749587" y="917060"/>
                    <a:pt x="3752825" y="922774"/>
                    <a:pt x="3755683" y="927156"/>
                  </a:cubicBezTo>
                  <a:cubicBezTo>
                    <a:pt x="3799691" y="994786"/>
                    <a:pt x="3798547" y="1030981"/>
                    <a:pt x="3752063" y="1097088"/>
                  </a:cubicBezTo>
                  <a:cubicBezTo>
                    <a:pt x="3747301" y="1103946"/>
                    <a:pt x="3743871" y="1118614"/>
                    <a:pt x="3747681" y="1123186"/>
                  </a:cubicBezTo>
                  <a:cubicBezTo>
                    <a:pt x="3763493" y="1142618"/>
                    <a:pt x="3770542" y="1162954"/>
                    <a:pt x="3772400" y="1184029"/>
                  </a:cubicBezTo>
                  <a:cubicBezTo>
                    <a:pt x="3770542" y="1162954"/>
                    <a:pt x="3763494" y="1142617"/>
                    <a:pt x="3747682" y="1123185"/>
                  </a:cubicBezTo>
                  <a:cubicBezTo>
                    <a:pt x="3743872" y="1118613"/>
                    <a:pt x="3747302" y="1103945"/>
                    <a:pt x="3752064" y="1097087"/>
                  </a:cubicBezTo>
                  <a:cubicBezTo>
                    <a:pt x="3798548" y="1030980"/>
                    <a:pt x="3799692" y="994785"/>
                    <a:pt x="3755684" y="927155"/>
                  </a:cubicBezTo>
                  <a:cubicBezTo>
                    <a:pt x="3752826" y="922773"/>
                    <a:pt x="3749588" y="917059"/>
                    <a:pt x="3745206" y="915343"/>
                  </a:cubicBezTo>
                  <a:cubicBezTo>
                    <a:pt x="3717200" y="903722"/>
                    <a:pt x="3716438" y="878956"/>
                    <a:pt x="3714152" y="854379"/>
                  </a:cubicBezTo>
                  <a:close/>
                  <a:moveTo>
                    <a:pt x="3761553" y="517851"/>
                  </a:moveTo>
                  <a:lnTo>
                    <a:pt x="3752635" y="556048"/>
                  </a:lnTo>
                  <a:cubicBezTo>
                    <a:pt x="3750539" y="564049"/>
                    <a:pt x="3745015" y="572623"/>
                    <a:pt x="3746157" y="580051"/>
                  </a:cubicBezTo>
                  <a:cubicBezTo>
                    <a:pt x="3749491" y="601579"/>
                    <a:pt x="3747062" y="622201"/>
                    <a:pt x="3742776" y="642538"/>
                  </a:cubicBezTo>
                  <a:lnTo>
                    <a:pt x="3730253" y="694928"/>
                  </a:lnTo>
                  <a:lnTo>
                    <a:pt x="3742777" y="642537"/>
                  </a:lnTo>
                  <a:cubicBezTo>
                    <a:pt x="3747063" y="622201"/>
                    <a:pt x="3749492" y="601578"/>
                    <a:pt x="3746158" y="580050"/>
                  </a:cubicBezTo>
                  <a:cubicBezTo>
                    <a:pt x="3745016" y="572622"/>
                    <a:pt x="3750540" y="564048"/>
                    <a:pt x="3752636" y="556047"/>
                  </a:cubicBezTo>
                  <a:close/>
                  <a:moveTo>
                    <a:pt x="3774848" y="298169"/>
                  </a:moveTo>
                  <a:lnTo>
                    <a:pt x="3760065" y="313534"/>
                  </a:lnTo>
                  <a:cubicBezTo>
                    <a:pt x="3755873" y="316390"/>
                    <a:pt x="3758159" y="330299"/>
                    <a:pt x="3759493" y="338871"/>
                  </a:cubicBezTo>
                  <a:lnTo>
                    <a:pt x="3759500" y="338900"/>
                  </a:lnTo>
                  <a:lnTo>
                    <a:pt x="3769400" y="395640"/>
                  </a:lnTo>
                  <a:lnTo>
                    <a:pt x="3765590" y="367328"/>
                  </a:lnTo>
                  <a:lnTo>
                    <a:pt x="3759500" y="338900"/>
                  </a:lnTo>
                  <a:lnTo>
                    <a:pt x="3759494" y="338870"/>
                  </a:lnTo>
                  <a:cubicBezTo>
                    <a:pt x="3758160" y="330298"/>
                    <a:pt x="3755874" y="316389"/>
                    <a:pt x="3760066" y="313533"/>
                  </a:cubicBezTo>
                  <a:close/>
                  <a:moveTo>
                    <a:pt x="3782393" y="281568"/>
                  </a:moveTo>
                  <a:lnTo>
                    <a:pt x="3777498" y="295415"/>
                  </a:lnTo>
                  <a:lnTo>
                    <a:pt x="3777499" y="295415"/>
                  </a:lnTo>
                  <a:close/>
                  <a:moveTo>
                    <a:pt x="3769073" y="24486"/>
                  </a:moveTo>
                  <a:lnTo>
                    <a:pt x="3766810" y="74129"/>
                  </a:lnTo>
                  <a:cubicBezTo>
                    <a:pt x="3767733" y="91492"/>
                    <a:pt x="3770043" y="108703"/>
                    <a:pt x="3772734" y="125861"/>
                  </a:cubicBezTo>
                  <a:lnTo>
                    <a:pt x="3777129" y="153387"/>
                  </a:lnTo>
                  <a:lnTo>
                    <a:pt x="3785402" y="228944"/>
                  </a:lnTo>
                  <a:lnTo>
                    <a:pt x="3780943" y="177271"/>
                  </a:lnTo>
                  <a:lnTo>
                    <a:pt x="3777129" y="153387"/>
                  </a:lnTo>
                  <a:lnTo>
                    <a:pt x="3776930" y="151569"/>
                  </a:lnTo>
                  <a:cubicBezTo>
                    <a:pt x="3772700" y="125876"/>
                    <a:pt x="3768195" y="100174"/>
                    <a:pt x="3766811" y="74129"/>
                  </a:cubicBezTo>
                  <a:close/>
                  <a:moveTo>
                    <a:pt x="3766492" y="0"/>
                  </a:moveTo>
                  <a:lnTo>
                    <a:pt x="4230600" y="0"/>
                  </a:lnTo>
                  <a:lnTo>
                    <a:pt x="4229473" y="2817"/>
                  </a:lnTo>
                  <a:cubicBezTo>
                    <a:pt x="4221092" y="21486"/>
                    <a:pt x="4218423" y="43012"/>
                    <a:pt x="4215375" y="63587"/>
                  </a:cubicBezTo>
                  <a:cubicBezTo>
                    <a:pt x="4209851" y="101308"/>
                    <a:pt x="4206421" y="139219"/>
                    <a:pt x="4201468" y="176939"/>
                  </a:cubicBezTo>
                  <a:cubicBezTo>
                    <a:pt x="4200325" y="184941"/>
                    <a:pt x="4198231" y="194085"/>
                    <a:pt x="4193466" y="200182"/>
                  </a:cubicBezTo>
                  <a:cubicBezTo>
                    <a:pt x="4161461" y="241901"/>
                    <a:pt x="4152508" y="292579"/>
                    <a:pt x="4155554" y="340774"/>
                  </a:cubicBezTo>
                  <a:cubicBezTo>
                    <a:pt x="4157843" y="378686"/>
                    <a:pt x="4159557" y="415835"/>
                    <a:pt x="4156319" y="453364"/>
                  </a:cubicBezTo>
                  <a:cubicBezTo>
                    <a:pt x="4156127" y="456222"/>
                    <a:pt x="4156509" y="460032"/>
                    <a:pt x="4158033" y="462126"/>
                  </a:cubicBezTo>
                  <a:cubicBezTo>
                    <a:pt x="4168129" y="475081"/>
                    <a:pt x="4168891" y="488607"/>
                    <a:pt x="4170605" y="505182"/>
                  </a:cubicBezTo>
                  <a:cubicBezTo>
                    <a:pt x="4173083" y="528615"/>
                    <a:pt x="4171367" y="550141"/>
                    <a:pt x="4167177" y="571860"/>
                  </a:cubicBezTo>
                  <a:cubicBezTo>
                    <a:pt x="4164129" y="587672"/>
                    <a:pt x="4157843" y="603673"/>
                    <a:pt x="4149840" y="617772"/>
                  </a:cubicBezTo>
                  <a:cubicBezTo>
                    <a:pt x="4138600" y="637392"/>
                    <a:pt x="4134220" y="656255"/>
                    <a:pt x="4149078" y="674923"/>
                  </a:cubicBezTo>
                  <a:cubicBezTo>
                    <a:pt x="4164891" y="695116"/>
                    <a:pt x="4159367" y="717977"/>
                    <a:pt x="4159937" y="740268"/>
                  </a:cubicBezTo>
                  <a:cubicBezTo>
                    <a:pt x="4160129" y="749982"/>
                    <a:pt x="4159747" y="760270"/>
                    <a:pt x="4162223" y="769605"/>
                  </a:cubicBezTo>
                  <a:cubicBezTo>
                    <a:pt x="4169273" y="796655"/>
                    <a:pt x="4179941" y="822756"/>
                    <a:pt x="4184703" y="850189"/>
                  </a:cubicBezTo>
                  <a:cubicBezTo>
                    <a:pt x="4187370" y="865430"/>
                    <a:pt x="4182607" y="882384"/>
                    <a:pt x="4179179" y="898198"/>
                  </a:cubicBezTo>
                  <a:cubicBezTo>
                    <a:pt x="4175559" y="914200"/>
                    <a:pt x="4170035" y="930011"/>
                    <a:pt x="4164319" y="945444"/>
                  </a:cubicBezTo>
                  <a:cubicBezTo>
                    <a:pt x="4160509" y="955920"/>
                    <a:pt x="4156889" y="967350"/>
                    <a:pt x="4150030" y="975733"/>
                  </a:cubicBezTo>
                  <a:cubicBezTo>
                    <a:pt x="4134410" y="994785"/>
                    <a:pt x="4131742" y="1014406"/>
                    <a:pt x="4139934" y="1036887"/>
                  </a:cubicBezTo>
                  <a:cubicBezTo>
                    <a:pt x="4141268" y="1040315"/>
                    <a:pt x="4141268" y="1044315"/>
                    <a:pt x="4141458" y="1048125"/>
                  </a:cubicBezTo>
                  <a:cubicBezTo>
                    <a:pt x="4145458" y="1109091"/>
                    <a:pt x="4147936" y="1170051"/>
                    <a:pt x="4154032" y="1230633"/>
                  </a:cubicBezTo>
                  <a:cubicBezTo>
                    <a:pt x="4156509" y="1255206"/>
                    <a:pt x="4167367" y="1278829"/>
                    <a:pt x="4174225" y="1303024"/>
                  </a:cubicBezTo>
                  <a:cubicBezTo>
                    <a:pt x="4175559" y="1307978"/>
                    <a:pt x="4177655" y="1313504"/>
                    <a:pt x="4176701" y="1318456"/>
                  </a:cubicBezTo>
                  <a:cubicBezTo>
                    <a:pt x="4167177" y="1372368"/>
                    <a:pt x="4181083" y="1422854"/>
                    <a:pt x="4199372" y="1472575"/>
                  </a:cubicBezTo>
                  <a:cubicBezTo>
                    <a:pt x="4201278" y="1477717"/>
                    <a:pt x="4200706" y="1484004"/>
                    <a:pt x="4200325" y="1489720"/>
                  </a:cubicBezTo>
                  <a:cubicBezTo>
                    <a:pt x="4198993" y="1505724"/>
                    <a:pt x="4192324" y="1523059"/>
                    <a:pt x="4196324" y="1537537"/>
                  </a:cubicBezTo>
                  <a:cubicBezTo>
                    <a:pt x="4207374" y="1576019"/>
                    <a:pt x="4220709" y="1614120"/>
                    <a:pt x="4237474" y="1650317"/>
                  </a:cubicBezTo>
                  <a:cubicBezTo>
                    <a:pt x="4254428" y="1687086"/>
                    <a:pt x="4268716" y="1721185"/>
                    <a:pt x="4251572" y="1763287"/>
                  </a:cubicBezTo>
                  <a:cubicBezTo>
                    <a:pt x="4244332" y="1781194"/>
                    <a:pt x="4249476" y="1804816"/>
                    <a:pt x="4251380" y="1825393"/>
                  </a:cubicBezTo>
                  <a:cubicBezTo>
                    <a:pt x="4252904" y="1840441"/>
                    <a:pt x="4261478" y="1854920"/>
                    <a:pt x="4261478" y="1869780"/>
                  </a:cubicBezTo>
                  <a:cubicBezTo>
                    <a:pt x="4261478" y="1909408"/>
                    <a:pt x="4271574" y="1944649"/>
                    <a:pt x="4292149" y="1978940"/>
                  </a:cubicBezTo>
                  <a:cubicBezTo>
                    <a:pt x="4300150" y="1992279"/>
                    <a:pt x="4294815" y="2013043"/>
                    <a:pt x="4296911" y="2030378"/>
                  </a:cubicBezTo>
                  <a:cubicBezTo>
                    <a:pt x="4299388" y="2048668"/>
                    <a:pt x="4301673" y="2067525"/>
                    <a:pt x="4307201" y="2085054"/>
                  </a:cubicBezTo>
                  <a:cubicBezTo>
                    <a:pt x="4321679" y="2130393"/>
                    <a:pt x="4338062" y="2175163"/>
                    <a:pt x="4353302" y="2220312"/>
                  </a:cubicBezTo>
                  <a:cubicBezTo>
                    <a:pt x="4365877" y="2257459"/>
                    <a:pt x="4355970" y="2294039"/>
                    <a:pt x="4350636" y="2330806"/>
                  </a:cubicBezTo>
                  <a:cubicBezTo>
                    <a:pt x="4347205" y="2353859"/>
                    <a:pt x="4339013" y="2375383"/>
                    <a:pt x="4351206" y="2401292"/>
                  </a:cubicBezTo>
                  <a:cubicBezTo>
                    <a:pt x="4362828" y="2426059"/>
                    <a:pt x="4360160" y="2457492"/>
                    <a:pt x="4366446" y="2485307"/>
                  </a:cubicBezTo>
                  <a:cubicBezTo>
                    <a:pt x="4371781" y="2508742"/>
                    <a:pt x="4380354" y="2531409"/>
                    <a:pt x="4388736" y="2554079"/>
                  </a:cubicBezTo>
                  <a:cubicBezTo>
                    <a:pt x="4400168" y="2584942"/>
                    <a:pt x="4412167" y="2615421"/>
                    <a:pt x="4406453" y="2649143"/>
                  </a:cubicBezTo>
                  <a:cubicBezTo>
                    <a:pt x="4399976" y="2687436"/>
                    <a:pt x="4424359" y="2713723"/>
                    <a:pt x="4440554" y="2743826"/>
                  </a:cubicBezTo>
                  <a:cubicBezTo>
                    <a:pt x="4451603" y="2764590"/>
                    <a:pt x="4459795" y="2787259"/>
                    <a:pt x="4466653" y="2809930"/>
                  </a:cubicBezTo>
                  <a:cubicBezTo>
                    <a:pt x="4475607" y="2840219"/>
                    <a:pt x="4480941" y="2871462"/>
                    <a:pt x="4489705" y="2901943"/>
                  </a:cubicBezTo>
                  <a:cubicBezTo>
                    <a:pt x="4502848" y="2948047"/>
                    <a:pt x="4513137" y="2994722"/>
                    <a:pt x="4505897" y="3042728"/>
                  </a:cubicBezTo>
                  <a:cubicBezTo>
                    <a:pt x="4502659" y="3064827"/>
                    <a:pt x="4502848" y="3085403"/>
                    <a:pt x="4507613" y="3107500"/>
                  </a:cubicBezTo>
                  <a:cubicBezTo>
                    <a:pt x="4515422" y="3143695"/>
                    <a:pt x="4516376" y="3180844"/>
                    <a:pt x="4545521" y="3209993"/>
                  </a:cubicBezTo>
                  <a:cubicBezTo>
                    <a:pt x="4555811" y="3220280"/>
                    <a:pt x="4558477" y="3238758"/>
                    <a:pt x="4563811" y="3253809"/>
                  </a:cubicBezTo>
                  <a:cubicBezTo>
                    <a:pt x="4570099" y="3271145"/>
                    <a:pt x="4566858" y="3283908"/>
                    <a:pt x="4548570" y="3293244"/>
                  </a:cubicBezTo>
                  <a:cubicBezTo>
                    <a:pt x="4540379" y="3297434"/>
                    <a:pt x="4532378" y="3309437"/>
                    <a:pt x="4531043" y="3318771"/>
                  </a:cubicBezTo>
                  <a:cubicBezTo>
                    <a:pt x="4527043" y="3346776"/>
                    <a:pt x="4532950" y="3372495"/>
                    <a:pt x="4545904" y="3399546"/>
                  </a:cubicBezTo>
                  <a:cubicBezTo>
                    <a:pt x="4558096" y="3424883"/>
                    <a:pt x="4556762" y="3456508"/>
                    <a:pt x="4561524" y="3485275"/>
                  </a:cubicBezTo>
                  <a:cubicBezTo>
                    <a:pt x="4564954" y="3505657"/>
                    <a:pt x="4572002" y="3526042"/>
                    <a:pt x="4572002" y="3546617"/>
                  </a:cubicBezTo>
                  <a:cubicBezTo>
                    <a:pt x="4572002" y="3572146"/>
                    <a:pt x="4565907" y="3597482"/>
                    <a:pt x="4563620" y="3623201"/>
                  </a:cubicBezTo>
                  <a:cubicBezTo>
                    <a:pt x="4561716" y="3643204"/>
                    <a:pt x="4562478" y="3663589"/>
                    <a:pt x="4560192" y="3683591"/>
                  </a:cubicBezTo>
                  <a:cubicBezTo>
                    <a:pt x="4558477" y="3699976"/>
                    <a:pt x="4554096" y="3716168"/>
                    <a:pt x="4550476" y="3732361"/>
                  </a:cubicBezTo>
                  <a:cubicBezTo>
                    <a:pt x="4549142" y="3738267"/>
                    <a:pt x="4543998" y="3744173"/>
                    <a:pt x="4544759" y="3749506"/>
                  </a:cubicBezTo>
                  <a:cubicBezTo>
                    <a:pt x="4552953" y="3802467"/>
                    <a:pt x="4516376" y="3840569"/>
                    <a:pt x="4500182" y="3885338"/>
                  </a:cubicBezTo>
                  <a:cubicBezTo>
                    <a:pt x="4483035" y="3932394"/>
                    <a:pt x="4456748" y="3977925"/>
                    <a:pt x="4464557" y="4030503"/>
                  </a:cubicBezTo>
                  <a:cubicBezTo>
                    <a:pt x="4469319" y="4062318"/>
                    <a:pt x="4480369" y="4092989"/>
                    <a:pt x="4487039" y="4124614"/>
                  </a:cubicBezTo>
                  <a:cubicBezTo>
                    <a:pt x="4489324" y="4135854"/>
                    <a:pt x="4488943" y="4148427"/>
                    <a:pt x="4486656" y="4159667"/>
                  </a:cubicBezTo>
                  <a:cubicBezTo>
                    <a:pt x="4476177" y="4213961"/>
                    <a:pt x="4474653" y="4267493"/>
                    <a:pt x="4491801" y="4320837"/>
                  </a:cubicBezTo>
                  <a:cubicBezTo>
                    <a:pt x="4494659" y="4329979"/>
                    <a:pt x="4497325" y="4339695"/>
                    <a:pt x="4497325" y="4349222"/>
                  </a:cubicBezTo>
                  <a:cubicBezTo>
                    <a:pt x="4497325" y="4401419"/>
                    <a:pt x="4493324" y="4452665"/>
                    <a:pt x="4474653" y="4502579"/>
                  </a:cubicBezTo>
                  <a:cubicBezTo>
                    <a:pt x="4468368" y="4519343"/>
                    <a:pt x="4472368" y="4539728"/>
                    <a:pt x="4470844" y="4558207"/>
                  </a:cubicBezTo>
                  <a:cubicBezTo>
                    <a:pt x="4469511" y="4575351"/>
                    <a:pt x="4468940" y="4592878"/>
                    <a:pt x="4464557" y="4609452"/>
                  </a:cubicBezTo>
                  <a:cubicBezTo>
                    <a:pt x="4458082" y="4633647"/>
                    <a:pt x="4457320" y="4656126"/>
                    <a:pt x="4463033" y="4681083"/>
                  </a:cubicBezTo>
                  <a:cubicBezTo>
                    <a:pt x="4468368" y="4704895"/>
                    <a:pt x="4465702" y="4730614"/>
                    <a:pt x="4465891" y="4755381"/>
                  </a:cubicBezTo>
                  <a:cubicBezTo>
                    <a:pt x="4466082" y="4783004"/>
                    <a:pt x="4466272" y="4810627"/>
                    <a:pt x="4465319" y="4838250"/>
                  </a:cubicBezTo>
                  <a:cubicBezTo>
                    <a:pt x="4464940" y="4849300"/>
                    <a:pt x="4457320" y="4861873"/>
                    <a:pt x="4460367" y="4871019"/>
                  </a:cubicBezTo>
                  <a:cubicBezTo>
                    <a:pt x="4470653" y="4900546"/>
                    <a:pt x="4458271" y="4930075"/>
                    <a:pt x="4463795" y="4959602"/>
                  </a:cubicBezTo>
                  <a:cubicBezTo>
                    <a:pt x="4466653" y="4974082"/>
                    <a:pt x="4458844" y="4990465"/>
                    <a:pt x="4458082" y="5006086"/>
                  </a:cubicBezTo>
                  <a:cubicBezTo>
                    <a:pt x="4456748" y="5031614"/>
                    <a:pt x="4457320" y="5057141"/>
                    <a:pt x="4456937" y="5082670"/>
                  </a:cubicBezTo>
                  <a:cubicBezTo>
                    <a:pt x="4456748" y="5091052"/>
                    <a:pt x="4455986" y="5099245"/>
                    <a:pt x="4455603" y="5107627"/>
                  </a:cubicBezTo>
                  <a:cubicBezTo>
                    <a:pt x="4455223" y="5115057"/>
                    <a:pt x="4453508" y="5122867"/>
                    <a:pt x="4454840" y="5129916"/>
                  </a:cubicBezTo>
                  <a:cubicBezTo>
                    <a:pt x="4459605" y="5155445"/>
                    <a:pt x="4467415" y="5180591"/>
                    <a:pt x="4470464" y="5206308"/>
                  </a:cubicBezTo>
                  <a:cubicBezTo>
                    <a:pt x="4473130" y="5228597"/>
                    <a:pt x="4469511" y="5251650"/>
                    <a:pt x="4471415" y="5274129"/>
                  </a:cubicBezTo>
                  <a:cubicBezTo>
                    <a:pt x="4474653" y="5313754"/>
                    <a:pt x="4480369" y="5353379"/>
                    <a:pt x="4483990" y="5393005"/>
                  </a:cubicBezTo>
                  <a:cubicBezTo>
                    <a:pt x="4484752" y="5401579"/>
                    <a:pt x="4479988" y="5410531"/>
                    <a:pt x="4479607" y="5419295"/>
                  </a:cubicBezTo>
                  <a:cubicBezTo>
                    <a:pt x="4478656" y="5446728"/>
                    <a:pt x="4478464" y="5474161"/>
                    <a:pt x="4477894" y="5501594"/>
                  </a:cubicBezTo>
                  <a:cubicBezTo>
                    <a:pt x="4477702" y="5517215"/>
                    <a:pt x="4478273" y="5533027"/>
                    <a:pt x="4476560" y="5548460"/>
                  </a:cubicBezTo>
                  <a:cubicBezTo>
                    <a:pt x="4474273" y="5568842"/>
                    <a:pt x="4470844" y="5587321"/>
                    <a:pt x="4485703" y="5606372"/>
                  </a:cubicBezTo>
                  <a:cubicBezTo>
                    <a:pt x="4508755" y="5635711"/>
                    <a:pt x="4499801" y="5673050"/>
                    <a:pt x="4505134" y="5706959"/>
                  </a:cubicBezTo>
                  <a:cubicBezTo>
                    <a:pt x="4506468" y="5715723"/>
                    <a:pt x="4506659" y="5724678"/>
                    <a:pt x="4508183" y="5733440"/>
                  </a:cubicBezTo>
                  <a:cubicBezTo>
                    <a:pt x="4511041" y="5749634"/>
                    <a:pt x="4514279" y="5765635"/>
                    <a:pt x="4517519" y="5781830"/>
                  </a:cubicBezTo>
                  <a:cubicBezTo>
                    <a:pt x="4518089" y="5784686"/>
                    <a:pt x="4518281" y="5787924"/>
                    <a:pt x="4519234" y="5790592"/>
                  </a:cubicBezTo>
                  <a:cubicBezTo>
                    <a:pt x="4527233" y="5815169"/>
                    <a:pt x="4536378" y="5839361"/>
                    <a:pt x="4542855" y="5864318"/>
                  </a:cubicBezTo>
                  <a:cubicBezTo>
                    <a:pt x="4546095" y="5876511"/>
                    <a:pt x="4546476" y="5890037"/>
                    <a:pt x="4544759" y="5902610"/>
                  </a:cubicBezTo>
                  <a:cubicBezTo>
                    <a:pt x="4539808" y="5939377"/>
                    <a:pt x="4537712" y="5975764"/>
                    <a:pt x="4544951" y="6012723"/>
                  </a:cubicBezTo>
                  <a:cubicBezTo>
                    <a:pt x="4547808" y="6027392"/>
                    <a:pt x="4543045" y="6043776"/>
                    <a:pt x="4541332" y="6059397"/>
                  </a:cubicBezTo>
                  <a:cubicBezTo>
                    <a:pt x="4536759" y="6096736"/>
                    <a:pt x="4531805" y="6134075"/>
                    <a:pt x="4527426" y="6171605"/>
                  </a:cubicBezTo>
                  <a:cubicBezTo>
                    <a:pt x="4524758" y="6195037"/>
                    <a:pt x="4523234" y="6218660"/>
                    <a:pt x="4520568" y="6242093"/>
                  </a:cubicBezTo>
                  <a:cubicBezTo>
                    <a:pt x="4517327" y="6269144"/>
                    <a:pt x="4512375" y="6296005"/>
                    <a:pt x="4509706" y="6323058"/>
                  </a:cubicBezTo>
                  <a:cubicBezTo>
                    <a:pt x="4506659" y="6353919"/>
                    <a:pt x="4506089" y="6384972"/>
                    <a:pt x="4502848" y="6415833"/>
                  </a:cubicBezTo>
                  <a:cubicBezTo>
                    <a:pt x="4496563" y="6472225"/>
                    <a:pt x="4489132" y="6528424"/>
                    <a:pt x="4482084" y="6584812"/>
                  </a:cubicBezTo>
                  <a:cubicBezTo>
                    <a:pt x="4475226" y="6639488"/>
                    <a:pt x="4469129" y="6694164"/>
                    <a:pt x="4460557" y="6748458"/>
                  </a:cubicBezTo>
                  <a:cubicBezTo>
                    <a:pt x="4456937" y="6771319"/>
                    <a:pt x="4447030" y="6793035"/>
                    <a:pt x="4441507" y="6815516"/>
                  </a:cubicBezTo>
                  <a:lnTo>
                    <a:pt x="4431806" y="6858001"/>
                  </a:lnTo>
                  <a:lnTo>
                    <a:pt x="4259554" y="6858001"/>
                  </a:lnTo>
                  <a:lnTo>
                    <a:pt x="4259554" y="6858002"/>
                  </a:lnTo>
                  <a:lnTo>
                    <a:pt x="0" y="6858002"/>
                  </a:lnTo>
                  <a:lnTo>
                    <a:pt x="0" y="2"/>
                  </a:lnTo>
                  <a:lnTo>
                    <a:pt x="3766492" y="1"/>
                  </a:lnTo>
                  <a:lnTo>
                    <a:pt x="3769210" y="21486"/>
                  </a:lnTo>
                  <a:close/>
                </a:path>
              </a:pathLst>
            </a:custGeom>
            <a:solidFill>
              <a:schemeClr val="tx1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C5D62EFF-C91B-6773-9CFA-4FAC19DABA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3697284" y="-1"/>
              <a:ext cx="884241" cy="6858002"/>
              <a:chOff x="3697284" y="-1"/>
              <a:chExt cx="884241" cy="6858002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7AE36F74-56A6-C4D5-5496-568CB20B30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-1"/>
                <a:ext cx="884241" cy="6858001"/>
                <a:chOff x="3697284" y="-1"/>
                <a:chExt cx="884241" cy="6858001"/>
              </a:xfrm>
              <a:solidFill>
                <a:srgbClr val="FFFFFF"/>
              </a:solidFill>
              <a:effectLst/>
            </p:grpSpPr>
            <p:sp>
              <p:nvSpPr>
                <p:cNvPr id="17" name="Freeform: Shape 16">
                  <a:extLst>
                    <a:ext uri="{FF2B5EF4-FFF2-40B4-BE49-F238E27FC236}">
                      <a16:creationId xmlns:a16="http://schemas.microsoft.com/office/drawing/2014/main" id="{1384FD2A-E8A1-4BCB-EB79-88FCA10F11B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081FBE4B-C31C-BC52-6FC0-679C7D8919D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898D9FCC-F569-6CB7-5AC4-7BF7F0191A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697284" y="0"/>
                <a:ext cx="884241" cy="6858001"/>
                <a:chOff x="3697284" y="-1"/>
                <a:chExt cx="884241" cy="6858001"/>
              </a:xfrm>
              <a:blipFill>
                <a:blip r:embed="rId2">
                  <a:alphaModFix amt="57000"/>
                </a:blip>
                <a:tile tx="0" ty="0" sx="100000" sy="100000" flip="none" algn="tl"/>
              </a:blipFill>
              <a:effectLst/>
            </p:grpSpPr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DA09ABA8-60F4-799C-A63B-3DAB0DD904B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05641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Freeform: Shape 15">
                  <a:extLst>
                    <a:ext uri="{FF2B5EF4-FFF2-40B4-BE49-F238E27FC236}">
                      <a16:creationId xmlns:a16="http://schemas.microsoft.com/office/drawing/2014/main" id="{74A43109-5967-9443-5743-345C5194013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6200000" flipH="1">
                  <a:off x="715166" y="2991642"/>
                  <a:ext cx="6858001" cy="874716"/>
                </a:xfrm>
                <a:custGeom>
                  <a:avLst/>
                  <a:gdLst>
                    <a:gd name="connsiteX0" fmla="*/ 0 w 6858001"/>
                    <a:gd name="connsiteY0" fmla="*/ 533314 h 874716"/>
                    <a:gd name="connsiteX1" fmla="*/ 0 w 6858001"/>
                    <a:gd name="connsiteY1" fmla="*/ 69206 h 874716"/>
                    <a:gd name="connsiteX2" fmla="*/ 21486 w 6858001"/>
                    <a:gd name="connsiteY2" fmla="*/ 71924 h 874716"/>
                    <a:gd name="connsiteX3" fmla="*/ 228948 w 6858001"/>
                    <a:gd name="connsiteY3" fmla="*/ 88116 h 874716"/>
                    <a:gd name="connsiteX4" fmla="*/ 313533 w 6858001"/>
                    <a:gd name="connsiteY4" fmla="*/ 62779 h 874716"/>
                    <a:gd name="connsiteX5" fmla="*/ 338870 w 6858001"/>
                    <a:gd name="connsiteY5" fmla="*/ 62207 h 874716"/>
                    <a:gd name="connsiteX6" fmla="*/ 395640 w 6858001"/>
                    <a:gd name="connsiteY6" fmla="*/ 72114 h 874716"/>
                    <a:gd name="connsiteX7" fmla="*/ 512802 w 6858001"/>
                    <a:gd name="connsiteY7" fmla="*/ 65446 h 874716"/>
                    <a:gd name="connsiteX8" fmla="*/ 556047 w 6858001"/>
                    <a:gd name="connsiteY8" fmla="*/ 55349 h 874716"/>
                    <a:gd name="connsiteX9" fmla="*/ 580050 w 6858001"/>
                    <a:gd name="connsiteY9" fmla="*/ 48871 h 874716"/>
                    <a:gd name="connsiteX10" fmla="*/ 703308 w 6858001"/>
                    <a:gd name="connsiteY10" fmla="*/ 30964 h 874716"/>
                    <a:gd name="connsiteX11" fmla="*/ 758174 w 6858001"/>
                    <a:gd name="connsiteY11" fmla="*/ 11724 h 874716"/>
                    <a:gd name="connsiteX12" fmla="*/ 773035 w 6858001"/>
                    <a:gd name="connsiteY12" fmla="*/ 8866 h 874716"/>
                    <a:gd name="connsiteX13" fmla="*/ 854379 w 6858001"/>
                    <a:gd name="connsiteY13" fmla="*/ 16866 h 874716"/>
                    <a:gd name="connsiteX14" fmla="*/ 915343 w 6858001"/>
                    <a:gd name="connsiteY14" fmla="*/ 47919 h 874716"/>
                    <a:gd name="connsiteX15" fmla="*/ 927155 w 6858001"/>
                    <a:gd name="connsiteY15" fmla="*/ 58397 h 874716"/>
                    <a:gd name="connsiteX16" fmla="*/ 1097087 w 6858001"/>
                    <a:gd name="connsiteY16" fmla="*/ 54777 h 874716"/>
                    <a:gd name="connsiteX17" fmla="*/ 1123185 w 6858001"/>
                    <a:gd name="connsiteY17" fmla="*/ 50395 h 874716"/>
                    <a:gd name="connsiteX18" fmla="*/ 1249302 w 6858001"/>
                    <a:gd name="connsiteY18" fmla="*/ 68684 h 874716"/>
                    <a:gd name="connsiteX19" fmla="*/ 1286069 w 6858001"/>
                    <a:gd name="connsiteY19" fmla="*/ 72304 h 874716"/>
                    <a:gd name="connsiteX20" fmla="*/ 1417899 w 6858001"/>
                    <a:gd name="connsiteY20" fmla="*/ 88688 h 874716"/>
                    <a:gd name="connsiteX21" fmla="*/ 1436568 w 6858001"/>
                    <a:gd name="connsiteY21" fmla="*/ 73448 h 874716"/>
                    <a:gd name="connsiteX22" fmla="*/ 1490292 w 6858001"/>
                    <a:gd name="connsiteY22" fmla="*/ 35154 h 874716"/>
                    <a:gd name="connsiteX23" fmla="*/ 1596213 w 6858001"/>
                    <a:gd name="connsiteY23" fmla="*/ 1245 h 874716"/>
                    <a:gd name="connsiteX24" fmla="*/ 1624980 w 6858001"/>
                    <a:gd name="connsiteY24" fmla="*/ 3150 h 874716"/>
                    <a:gd name="connsiteX25" fmla="*/ 1697753 w 6858001"/>
                    <a:gd name="connsiteY25" fmla="*/ 59731 h 874716"/>
                    <a:gd name="connsiteX26" fmla="*/ 1733188 w 6858001"/>
                    <a:gd name="connsiteY26" fmla="*/ 82400 h 874716"/>
                    <a:gd name="connsiteX27" fmla="*/ 1833775 w 6858001"/>
                    <a:gd name="connsiteY27" fmla="*/ 124121 h 874716"/>
                    <a:gd name="connsiteX28" fmla="*/ 1842158 w 6858001"/>
                    <a:gd name="connsiteY28" fmla="*/ 131742 h 874716"/>
                    <a:gd name="connsiteX29" fmla="*/ 1916454 w 6858001"/>
                    <a:gd name="connsiteY29" fmla="*/ 222233 h 874716"/>
                    <a:gd name="connsiteX30" fmla="*/ 1933219 w 6858001"/>
                    <a:gd name="connsiteY30" fmla="*/ 237663 h 874716"/>
                    <a:gd name="connsiteX31" fmla="*/ 1953413 w 6858001"/>
                    <a:gd name="connsiteY31" fmla="*/ 261668 h 874716"/>
                    <a:gd name="connsiteX32" fmla="*/ 2016469 w 6858001"/>
                    <a:gd name="connsiteY32" fmla="*/ 308151 h 874716"/>
                    <a:gd name="connsiteX33" fmla="*/ 2094578 w 6858001"/>
                    <a:gd name="connsiteY33" fmla="*/ 323010 h 874716"/>
                    <a:gd name="connsiteX34" fmla="*/ 2188879 w 6858001"/>
                    <a:gd name="connsiteY34" fmla="*/ 345681 h 874716"/>
                    <a:gd name="connsiteX35" fmla="*/ 2228314 w 6858001"/>
                    <a:gd name="connsiteY35" fmla="*/ 360921 h 874716"/>
                    <a:gd name="connsiteX36" fmla="*/ 2334044 w 6858001"/>
                    <a:gd name="connsiteY36" fmla="*/ 389878 h 874716"/>
                    <a:gd name="connsiteX37" fmla="*/ 2409485 w 6858001"/>
                    <a:gd name="connsiteY37" fmla="*/ 414263 h 874716"/>
                    <a:gd name="connsiteX38" fmla="*/ 2518264 w 6858001"/>
                    <a:gd name="connsiteY38" fmla="*/ 428552 h 874716"/>
                    <a:gd name="connsiteX39" fmla="*/ 2571034 w 6858001"/>
                    <a:gd name="connsiteY39" fmla="*/ 429122 h 874716"/>
                    <a:gd name="connsiteX40" fmla="*/ 2668001 w 6858001"/>
                    <a:gd name="connsiteY40" fmla="*/ 502276 h 874716"/>
                    <a:gd name="connsiteX41" fmla="*/ 2745348 w 6858001"/>
                    <a:gd name="connsiteY41" fmla="*/ 550666 h 874716"/>
                    <a:gd name="connsiteX42" fmla="*/ 2826694 w 6858001"/>
                    <a:gd name="connsiteY42" fmla="*/ 527233 h 874716"/>
                    <a:gd name="connsiteX43" fmla="*/ 2848793 w 6858001"/>
                    <a:gd name="connsiteY43" fmla="*/ 505134 h 874716"/>
                    <a:gd name="connsiteX44" fmla="*/ 2982148 w 6858001"/>
                    <a:gd name="connsiteY44" fmla="*/ 484179 h 874716"/>
                    <a:gd name="connsiteX45" fmla="*/ 3172654 w 6858001"/>
                    <a:gd name="connsiteY45" fmla="*/ 483417 h 874716"/>
                    <a:gd name="connsiteX46" fmla="*/ 3489467 w 6858001"/>
                    <a:gd name="connsiteY46" fmla="*/ 435790 h 874716"/>
                    <a:gd name="connsiteX47" fmla="*/ 3544713 w 6858001"/>
                    <a:gd name="connsiteY47" fmla="*/ 413691 h 874716"/>
                    <a:gd name="connsiteX48" fmla="*/ 3606817 w 6858001"/>
                    <a:gd name="connsiteY48" fmla="*/ 408167 h 874716"/>
                    <a:gd name="connsiteX49" fmla="*/ 3630632 w 6858001"/>
                    <a:gd name="connsiteY49" fmla="*/ 421693 h 874716"/>
                    <a:gd name="connsiteX50" fmla="*/ 3734837 w 6858001"/>
                    <a:gd name="connsiteY50" fmla="*/ 441886 h 874716"/>
                    <a:gd name="connsiteX51" fmla="*/ 3754652 w 6858001"/>
                    <a:gd name="connsiteY51" fmla="*/ 442268 h 874716"/>
                    <a:gd name="connsiteX52" fmla="*/ 3822472 w 6858001"/>
                    <a:gd name="connsiteY52" fmla="*/ 433694 h 874716"/>
                    <a:gd name="connsiteX53" fmla="*/ 3885338 w 6858001"/>
                    <a:gd name="connsiteY53" fmla="*/ 428742 h 874716"/>
                    <a:gd name="connsiteX54" fmla="*/ 4043839 w 6858001"/>
                    <a:gd name="connsiteY54" fmla="*/ 444934 h 874716"/>
                    <a:gd name="connsiteX55" fmla="*/ 4165383 w 6858001"/>
                    <a:gd name="connsiteY55" fmla="*/ 441124 h 874716"/>
                    <a:gd name="connsiteX56" fmla="*/ 4221391 w 6858001"/>
                    <a:gd name="connsiteY56" fmla="*/ 444934 h 874716"/>
                    <a:gd name="connsiteX57" fmla="*/ 4253014 w 6858001"/>
                    <a:gd name="connsiteY57" fmla="*/ 450650 h 874716"/>
                    <a:gd name="connsiteX58" fmla="*/ 4324645 w 6858001"/>
                    <a:gd name="connsiteY58" fmla="*/ 490466 h 874716"/>
                    <a:gd name="connsiteX59" fmla="*/ 4363890 w 6858001"/>
                    <a:gd name="connsiteY59" fmla="*/ 499420 h 874716"/>
                    <a:gd name="connsiteX60" fmla="*/ 4482004 w 6858001"/>
                    <a:gd name="connsiteY60" fmla="*/ 498658 h 874716"/>
                    <a:gd name="connsiteX61" fmla="*/ 4659174 w 6858001"/>
                    <a:gd name="connsiteY61" fmla="*/ 438648 h 874716"/>
                    <a:gd name="connsiteX62" fmla="*/ 4677655 w 6858001"/>
                    <a:gd name="connsiteY62" fmla="*/ 430646 h 874716"/>
                    <a:gd name="connsiteX63" fmla="*/ 4767764 w 6858001"/>
                    <a:gd name="connsiteY63" fmla="*/ 420739 h 874716"/>
                    <a:gd name="connsiteX64" fmla="*/ 4828916 w 6858001"/>
                    <a:gd name="connsiteY64" fmla="*/ 434266 h 874716"/>
                    <a:gd name="connsiteX65" fmla="*/ 4912168 w 6858001"/>
                    <a:gd name="connsiteY65" fmla="*/ 462271 h 874716"/>
                    <a:gd name="connsiteX66" fmla="*/ 4987037 w 6858001"/>
                    <a:gd name="connsiteY66" fmla="*/ 485703 h 874716"/>
                    <a:gd name="connsiteX67" fmla="*/ 5041521 w 6858001"/>
                    <a:gd name="connsiteY67" fmla="*/ 512182 h 874716"/>
                    <a:gd name="connsiteX68" fmla="*/ 5166113 w 6858001"/>
                    <a:gd name="connsiteY68" fmla="*/ 531615 h 874716"/>
                    <a:gd name="connsiteX69" fmla="*/ 5179067 w 6858001"/>
                    <a:gd name="connsiteY69" fmla="*/ 534853 h 874716"/>
                    <a:gd name="connsiteX70" fmla="*/ 5272796 w 6858001"/>
                    <a:gd name="connsiteY70" fmla="*/ 511230 h 874716"/>
                    <a:gd name="connsiteX71" fmla="*/ 5385384 w 6858001"/>
                    <a:gd name="connsiteY71" fmla="*/ 487227 h 874716"/>
                    <a:gd name="connsiteX72" fmla="*/ 5425582 w 6858001"/>
                    <a:gd name="connsiteY72" fmla="*/ 495418 h 874716"/>
                    <a:gd name="connsiteX73" fmla="*/ 5480637 w 6858001"/>
                    <a:gd name="connsiteY73" fmla="*/ 507040 h 874716"/>
                    <a:gd name="connsiteX74" fmla="*/ 5531693 w 6858001"/>
                    <a:gd name="connsiteY74" fmla="*/ 500944 h 874716"/>
                    <a:gd name="connsiteX75" fmla="*/ 5562746 w 6858001"/>
                    <a:gd name="connsiteY75" fmla="*/ 500372 h 874716"/>
                    <a:gd name="connsiteX76" fmla="*/ 5704483 w 6858001"/>
                    <a:gd name="connsiteY76" fmla="*/ 571620 h 874716"/>
                    <a:gd name="connsiteX77" fmla="*/ 5740488 w 6858001"/>
                    <a:gd name="connsiteY77" fmla="*/ 577526 h 874716"/>
                    <a:gd name="connsiteX78" fmla="*/ 5760873 w 6858001"/>
                    <a:gd name="connsiteY78" fmla="*/ 586291 h 874716"/>
                    <a:gd name="connsiteX79" fmla="*/ 5883751 w 6858001"/>
                    <a:gd name="connsiteY79" fmla="*/ 674686 h 874716"/>
                    <a:gd name="connsiteX80" fmla="*/ 5935949 w 6858001"/>
                    <a:gd name="connsiteY80" fmla="*/ 692592 h 874716"/>
                    <a:gd name="connsiteX81" fmla="*/ 5993291 w 6858001"/>
                    <a:gd name="connsiteY81" fmla="*/ 688972 h 874716"/>
                    <a:gd name="connsiteX82" fmla="*/ 6026440 w 6858001"/>
                    <a:gd name="connsiteY82" fmla="*/ 682496 h 874716"/>
                    <a:gd name="connsiteX83" fmla="*/ 6108738 w 6858001"/>
                    <a:gd name="connsiteY83" fmla="*/ 626296 h 874716"/>
                    <a:gd name="connsiteX84" fmla="*/ 6155602 w 6858001"/>
                    <a:gd name="connsiteY84" fmla="*/ 628202 h 874716"/>
                    <a:gd name="connsiteX85" fmla="*/ 6228756 w 6858001"/>
                    <a:gd name="connsiteY85" fmla="*/ 666873 h 874716"/>
                    <a:gd name="connsiteX86" fmla="*/ 6361539 w 6858001"/>
                    <a:gd name="connsiteY86" fmla="*/ 684210 h 874716"/>
                    <a:gd name="connsiteX87" fmla="*/ 6428979 w 6858001"/>
                    <a:gd name="connsiteY87" fmla="*/ 630106 h 874716"/>
                    <a:gd name="connsiteX88" fmla="*/ 6463840 w 6858001"/>
                    <a:gd name="connsiteY88" fmla="*/ 578098 h 874716"/>
                    <a:gd name="connsiteX89" fmla="*/ 6564620 w 6858001"/>
                    <a:gd name="connsiteY89" fmla="*/ 517708 h 874716"/>
                    <a:gd name="connsiteX90" fmla="*/ 6588625 w 6858001"/>
                    <a:gd name="connsiteY90" fmla="*/ 540187 h 874716"/>
                    <a:gd name="connsiteX91" fmla="*/ 6662541 w 6858001"/>
                    <a:gd name="connsiteY91" fmla="*/ 549714 h 874716"/>
                    <a:gd name="connsiteX92" fmla="*/ 6742552 w 6858001"/>
                    <a:gd name="connsiteY92" fmla="*/ 548952 h 874716"/>
                    <a:gd name="connsiteX93" fmla="*/ 6812063 w 6858001"/>
                    <a:gd name="connsiteY93" fmla="*/ 568430 h 874716"/>
                    <a:gd name="connsiteX94" fmla="*/ 6858001 w 6858001"/>
                    <a:gd name="connsiteY94" fmla="*/ 562267 h 874716"/>
                    <a:gd name="connsiteX95" fmla="*/ 6858001 w 6858001"/>
                    <a:gd name="connsiteY95" fmla="*/ 734520 h 874716"/>
                    <a:gd name="connsiteX96" fmla="*/ 6815516 w 6858001"/>
                    <a:gd name="connsiteY96" fmla="*/ 744220 h 874716"/>
                    <a:gd name="connsiteX97" fmla="*/ 6748458 w 6858001"/>
                    <a:gd name="connsiteY97" fmla="*/ 763271 h 874716"/>
                    <a:gd name="connsiteX98" fmla="*/ 6584812 w 6858001"/>
                    <a:gd name="connsiteY98" fmla="*/ 784797 h 874716"/>
                    <a:gd name="connsiteX99" fmla="*/ 6415833 w 6858001"/>
                    <a:gd name="connsiteY99" fmla="*/ 805562 h 874716"/>
                    <a:gd name="connsiteX100" fmla="*/ 6323058 w 6858001"/>
                    <a:gd name="connsiteY100" fmla="*/ 812420 h 874716"/>
                    <a:gd name="connsiteX101" fmla="*/ 6242093 w 6858001"/>
                    <a:gd name="connsiteY101" fmla="*/ 823281 h 874716"/>
                    <a:gd name="connsiteX102" fmla="*/ 6171605 w 6858001"/>
                    <a:gd name="connsiteY102" fmla="*/ 830139 h 874716"/>
                    <a:gd name="connsiteX103" fmla="*/ 6059397 w 6858001"/>
                    <a:gd name="connsiteY103" fmla="*/ 844045 h 874716"/>
                    <a:gd name="connsiteX104" fmla="*/ 6012723 w 6858001"/>
                    <a:gd name="connsiteY104" fmla="*/ 847665 h 874716"/>
                    <a:gd name="connsiteX105" fmla="*/ 5902610 w 6858001"/>
                    <a:gd name="connsiteY105" fmla="*/ 847473 h 874716"/>
                    <a:gd name="connsiteX106" fmla="*/ 5864318 w 6858001"/>
                    <a:gd name="connsiteY106" fmla="*/ 845569 h 874716"/>
                    <a:gd name="connsiteX107" fmla="*/ 5790592 w 6858001"/>
                    <a:gd name="connsiteY107" fmla="*/ 821947 h 874716"/>
                    <a:gd name="connsiteX108" fmla="*/ 5781830 w 6858001"/>
                    <a:gd name="connsiteY108" fmla="*/ 820233 h 874716"/>
                    <a:gd name="connsiteX109" fmla="*/ 5733440 w 6858001"/>
                    <a:gd name="connsiteY109" fmla="*/ 810896 h 874716"/>
                    <a:gd name="connsiteX110" fmla="*/ 5706959 w 6858001"/>
                    <a:gd name="connsiteY110" fmla="*/ 807848 h 874716"/>
                    <a:gd name="connsiteX111" fmla="*/ 5606372 w 6858001"/>
                    <a:gd name="connsiteY111" fmla="*/ 788417 h 874716"/>
                    <a:gd name="connsiteX112" fmla="*/ 5548460 w 6858001"/>
                    <a:gd name="connsiteY112" fmla="*/ 779273 h 874716"/>
                    <a:gd name="connsiteX113" fmla="*/ 5501594 w 6858001"/>
                    <a:gd name="connsiteY113" fmla="*/ 780607 h 874716"/>
                    <a:gd name="connsiteX114" fmla="*/ 5419295 w 6858001"/>
                    <a:gd name="connsiteY114" fmla="*/ 782321 h 874716"/>
                    <a:gd name="connsiteX115" fmla="*/ 5393005 w 6858001"/>
                    <a:gd name="connsiteY115" fmla="*/ 786703 h 874716"/>
                    <a:gd name="connsiteX116" fmla="*/ 5274129 w 6858001"/>
                    <a:gd name="connsiteY116" fmla="*/ 774129 h 874716"/>
                    <a:gd name="connsiteX117" fmla="*/ 5206308 w 6858001"/>
                    <a:gd name="connsiteY117" fmla="*/ 773177 h 874716"/>
                    <a:gd name="connsiteX118" fmla="*/ 5129916 w 6858001"/>
                    <a:gd name="connsiteY118" fmla="*/ 757554 h 874716"/>
                    <a:gd name="connsiteX119" fmla="*/ 5107627 w 6858001"/>
                    <a:gd name="connsiteY119" fmla="*/ 758316 h 874716"/>
                    <a:gd name="connsiteX120" fmla="*/ 5082670 w 6858001"/>
                    <a:gd name="connsiteY120" fmla="*/ 759651 h 874716"/>
                    <a:gd name="connsiteX121" fmla="*/ 5006086 w 6858001"/>
                    <a:gd name="connsiteY121" fmla="*/ 760795 h 874716"/>
                    <a:gd name="connsiteX122" fmla="*/ 4959602 w 6858001"/>
                    <a:gd name="connsiteY122" fmla="*/ 766509 h 874716"/>
                    <a:gd name="connsiteX123" fmla="*/ 4871019 w 6858001"/>
                    <a:gd name="connsiteY123" fmla="*/ 763081 h 874716"/>
                    <a:gd name="connsiteX124" fmla="*/ 4838250 w 6858001"/>
                    <a:gd name="connsiteY124" fmla="*/ 768033 h 874716"/>
                    <a:gd name="connsiteX125" fmla="*/ 4755381 w 6858001"/>
                    <a:gd name="connsiteY125" fmla="*/ 768605 h 874716"/>
                    <a:gd name="connsiteX126" fmla="*/ 4681083 w 6858001"/>
                    <a:gd name="connsiteY126" fmla="*/ 765747 h 874716"/>
                    <a:gd name="connsiteX127" fmla="*/ 4609452 w 6858001"/>
                    <a:gd name="connsiteY127" fmla="*/ 767271 h 874716"/>
                    <a:gd name="connsiteX128" fmla="*/ 4558207 w 6858001"/>
                    <a:gd name="connsiteY128" fmla="*/ 773557 h 874716"/>
                    <a:gd name="connsiteX129" fmla="*/ 4502579 w 6858001"/>
                    <a:gd name="connsiteY129" fmla="*/ 777367 h 874716"/>
                    <a:gd name="connsiteX130" fmla="*/ 4349222 w 6858001"/>
                    <a:gd name="connsiteY130" fmla="*/ 800038 h 874716"/>
                    <a:gd name="connsiteX131" fmla="*/ 4320837 w 6858001"/>
                    <a:gd name="connsiteY131" fmla="*/ 794514 h 874716"/>
                    <a:gd name="connsiteX132" fmla="*/ 4159667 w 6858001"/>
                    <a:gd name="connsiteY132" fmla="*/ 789370 h 874716"/>
                    <a:gd name="connsiteX133" fmla="*/ 4124614 w 6858001"/>
                    <a:gd name="connsiteY133" fmla="*/ 789752 h 874716"/>
                    <a:gd name="connsiteX134" fmla="*/ 4030503 w 6858001"/>
                    <a:gd name="connsiteY134" fmla="*/ 767271 h 874716"/>
                    <a:gd name="connsiteX135" fmla="*/ 3885338 w 6858001"/>
                    <a:gd name="connsiteY135" fmla="*/ 802896 h 874716"/>
                    <a:gd name="connsiteX136" fmla="*/ 3749506 w 6858001"/>
                    <a:gd name="connsiteY136" fmla="*/ 847473 h 874716"/>
                    <a:gd name="connsiteX137" fmla="*/ 3732361 w 6858001"/>
                    <a:gd name="connsiteY137" fmla="*/ 853190 h 874716"/>
                    <a:gd name="connsiteX138" fmla="*/ 3683591 w 6858001"/>
                    <a:gd name="connsiteY138" fmla="*/ 862906 h 874716"/>
                    <a:gd name="connsiteX139" fmla="*/ 3623201 w 6858001"/>
                    <a:gd name="connsiteY139" fmla="*/ 866334 h 874716"/>
                    <a:gd name="connsiteX140" fmla="*/ 3546617 w 6858001"/>
                    <a:gd name="connsiteY140" fmla="*/ 874716 h 874716"/>
                    <a:gd name="connsiteX141" fmla="*/ 3485275 w 6858001"/>
                    <a:gd name="connsiteY141" fmla="*/ 864238 h 874716"/>
                    <a:gd name="connsiteX142" fmla="*/ 3399546 w 6858001"/>
                    <a:gd name="connsiteY142" fmla="*/ 848618 h 874716"/>
                    <a:gd name="connsiteX143" fmla="*/ 3318771 w 6858001"/>
                    <a:gd name="connsiteY143" fmla="*/ 833757 h 874716"/>
                    <a:gd name="connsiteX144" fmla="*/ 3293244 w 6858001"/>
                    <a:gd name="connsiteY144" fmla="*/ 851284 h 874716"/>
                    <a:gd name="connsiteX145" fmla="*/ 3253809 w 6858001"/>
                    <a:gd name="connsiteY145" fmla="*/ 866524 h 874716"/>
                    <a:gd name="connsiteX146" fmla="*/ 3209993 w 6858001"/>
                    <a:gd name="connsiteY146" fmla="*/ 848235 h 874716"/>
                    <a:gd name="connsiteX147" fmla="*/ 3107500 w 6858001"/>
                    <a:gd name="connsiteY147" fmla="*/ 810326 h 874716"/>
                    <a:gd name="connsiteX148" fmla="*/ 3042728 w 6858001"/>
                    <a:gd name="connsiteY148" fmla="*/ 808610 h 874716"/>
                    <a:gd name="connsiteX149" fmla="*/ 2901943 w 6858001"/>
                    <a:gd name="connsiteY149" fmla="*/ 792418 h 874716"/>
                    <a:gd name="connsiteX150" fmla="*/ 2809930 w 6858001"/>
                    <a:gd name="connsiteY150" fmla="*/ 769367 h 874716"/>
                    <a:gd name="connsiteX151" fmla="*/ 2743826 w 6858001"/>
                    <a:gd name="connsiteY151" fmla="*/ 743268 h 874716"/>
                    <a:gd name="connsiteX152" fmla="*/ 2649143 w 6858001"/>
                    <a:gd name="connsiteY152" fmla="*/ 709167 h 874716"/>
                    <a:gd name="connsiteX153" fmla="*/ 2554079 w 6858001"/>
                    <a:gd name="connsiteY153" fmla="*/ 691450 h 874716"/>
                    <a:gd name="connsiteX154" fmla="*/ 2485307 w 6858001"/>
                    <a:gd name="connsiteY154" fmla="*/ 669160 h 874716"/>
                    <a:gd name="connsiteX155" fmla="*/ 2401292 w 6858001"/>
                    <a:gd name="connsiteY155" fmla="*/ 653919 h 874716"/>
                    <a:gd name="connsiteX156" fmla="*/ 2330806 w 6858001"/>
                    <a:gd name="connsiteY156" fmla="*/ 653349 h 874716"/>
                    <a:gd name="connsiteX157" fmla="*/ 2220312 w 6858001"/>
                    <a:gd name="connsiteY157" fmla="*/ 656015 h 874716"/>
                    <a:gd name="connsiteX158" fmla="*/ 2085054 w 6858001"/>
                    <a:gd name="connsiteY158" fmla="*/ 609914 h 874716"/>
                    <a:gd name="connsiteX159" fmla="*/ 2030378 w 6858001"/>
                    <a:gd name="connsiteY159" fmla="*/ 599625 h 874716"/>
                    <a:gd name="connsiteX160" fmla="*/ 1978940 w 6858001"/>
                    <a:gd name="connsiteY160" fmla="*/ 594863 h 874716"/>
                    <a:gd name="connsiteX161" fmla="*/ 1869780 w 6858001"/>
                    <a:gd name="connsiteY161" fmla="*/ 564192 h 874716"/>
                    <a:gd name="connsiteX162" fmla="*/ 1825393 w 6858001"/>
                    <a:gd name="connsiteY162" fmla="*/ 554094 h 874716"/>
                    <a:gd name="connsiteX163" fmla="*/ 1763287 w 6858001"/>
                    <a:gd name="connsiteY163" fmla="*/ 554286 h 874716"/>
                    <a:gd name="connsiteX164" fmla="*/ 1650317 w 6858001"/>
                    <a:gd name="connsiteY164" fmla="*/ 540187 h 874716"/>
                    <a:gd name="connsiteX165" fmla="*/ 1537537 w 6858001"/>
                    <a:gd name="connsiteY165" fmla="*/ 499038 h 874716"/>
                    <a:gd name="connsiteX166" fmla="*/ 1489720 w 6858001"/>
                    <a:gd name="connsiteY166" fmla="*/ 503038 h 874716"/>
                    <a:gd name="connsiteX167" fmla="*/ 1472575 w 6858001"/>
                    <a:gd name="connsiteY167" fmla="*/ 502086 h 874716"/>
                    <a:gd name="connsiteX168" fmla="*/ 1318456 w 6858001"/>
                    <a:gd name="connsiteY168" fmla="*/ 479415 h 874716"/>
                    <a:gd name="connsiteX169" fmla="*/ 1303024 w 6858001"/>
                    <a:gd name="connsiteY169" fmla="*/ 476939 h 874716"/>
                    <a:gd name="connsiteX170" fmla="*/ 1230633 w 6858001"/>
                    <a:gd name="connsiteY170" fmla="*/ 456746 h 874716"/>
                    <a:gd name="connsiteX171" fmla="*/ 1048125 w 6858001"/>
                    <a:gd name="connsiteY171" fmla="*/ 444172 h 874716"/>
                    <a:gd name="connsiteX172" fmla="*/ 1036887 w 6858001"/>
                    <a:gd name="connsiteY172" fmla="*/ 442648 h 874716"/>
                    <a:gd name="connsiteX173" fmla="*/ 975733 w 6858001"/>
                    <a:gd name="connsiteY173" fmla="*/ 452744 h 874716"/>
                    <a:gd name="connsiteX174" fmla="*/ 945444 w 6858001"/>
                    <a:gd name="connsiteY174" fmla="*/ 467033 h 874716"/>
                    <a:gd name="connsiteX175" fmla="*/ 898198 w 6858001"/>
                    <a:gd name="connsiteY175" fmla="*/ 481893 h 874716"/>
                    <a:gd name="connsiteX176" fmla="*/ 850189 w 6858001"/>
                    <a:gd name="connsiteY176" fmla="*/ 487417 h 874716"/>
                    <a:gd name="connsiteX177" fmla="*/ 769605 w 6858001"/>
                    <a:gd name="connsiteY177" fmla="*/ 464937 h 874716"/>
                    <a:gd name="connsiteX178" fmla="*/ 740268 w 6858001"/>
                    <a:gd name="connsiteY178" fmla="*/ 462651 h 874716"/>
                    <a:gd name="connsiteX179" fmla="*/ 674923 w 6858001"/>
                    <a:gd name="connsiteY179" fmla="*/ 451792 h 874716"/>
                    <a:gd name="connsiteX180" fmla="*/ 617772 w 6858001"/>
                    <a:gd name="connsiteY180" fmla="*/ 452554 h 874716"/>
                    <a:gd name="connsiteX181" fmla="*/ 571860 w 6858001"/>
                    <a:gd name="connsiteY181" fmla="*/ 469891 h 874716"/>
                    <a:gd name="connsiteX182" fmla="*/ 505182 w 6858001"/>
                    <a:gd name="connsiteY182" fmla="*/ 473319 h 874716"/>
                    <a:gd name="connsiteX183" fmla="*/ 462126 w 6858001"/>
                    <a:gd name="connsiteY183" fmla="*/ 460747 h 874716"/>
                    <a:gd name="connsiteX184" fmla="*/ 453364 w 6858001"/>
                    <a:gd name="connsiteY184" fmla="*/ 459033 h 874716"/>
                    <a:gd name="connsiteX185" fmla="*/ 340774 w 6858001"/>
                    <a:gd name="connsiteY185" fmla="*/ 458268 h 874716"/>
                    <a:gd name="connsiteX186" fmla="*/ 200182 w 6858001"/>
                    <a:gd name="connsiteY186" fmla="*/ 496180 h 874716"/>
                    <a:gd name="connsiteX187" fmla="*/ 176939 w 6858001"/>
                    <a:gd name="connsiteY187" fmla="*/ 504182 h 874716"/>
                    <a:gd name="connsiteX188" fmla="*/ 63587 w 6858001"/>
                    <a:gd name="connsiteY188" fmla="*/ 518088 h 874716"/>
                    <a:gd name="connsiteX189" fmla="*/ 2817 w 6858001"/>
                    <a:gd name="connsiteY189" fmla="*/ 532187 h 874716"/>
                    <a:gd name="connsiteX190" fmla="*/ 0 w 6858001"/>
                    <a:gd name="connsiteY190" fmla="*/ 533314 h 8747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  <a:cxn ang="0">
                      <a:pos x="connsiteX112" y="connsiteY112"/>
                    </a:cxn>
                    <a:cxn ang="0">
                      <a:pos x="connsiteX113" y="connsiteY113"/>
                    </a:cxn>
                    <a:cxn ang="0">
                      <a:pos x="connsiteX114" y="connsiteY114"/>
                    </a:cxn>
                    <a:cxn ang="0">
                      <a:pos x="connsiteX115" y="connsiteY115"/>
                    </a:cxn>
                    <a:cxn ang="0">
                      <a:pos x="connsiteX116" y="connsiteY116"/>
                    </a:cxn>
                    <a:cxn ang="0">
                      <a:pos x="connsiteX117" y="connsiteY117"/>
                    </a:cxn>
                    <a:cxn ang="0">
                      <a:pos x="connsiteX118" y="connsiteY118"/>
                    </a:cxn>
                    <a:cxn ang="0">
                      <a:pos x="connsiteX119" y="connsiteY119"/>
                    </a:cxn>
                    <a:cxn ang="0">
                      <a:pos x="connsiteX120" y="connsiteY120"/>
                    </a:cxn>
                    <a:cxn ang="0">
                      <a:pos x="connsiteX121" y="connsiteY121"/>
                    </a:cxn>
                    <a:cxn ang="0">
                      <a:pos x="connsiteX122" y="connsiteY122"/>
                    </a:cxn>
                    <a:cxn ang="0">
                      <a:pos x="connsiteX123" y="connsiteY123"/>
                    </a:cxn>
                    <a:cxn ang="0">
                      <a:pos x="connsiteX124" y="connsiteY124"/>
                    </a:cxn>
                    <a:cxn ang="0">
                      <a:pos x="connsiteX125" y="connsiteY125"/>
                    </a:cxn>
                    <a:cxn ang="0">
                      <a:pos x="connsiteX126" y="connsiteY126"/>
                    </a:cxn>
                    <a:cxn ang="0">
                      <a:pos x="connsiteX127" y="connsiteY127"/>
                    </a:cxn>
                    <a:cxn ang="0">
                      <a:pos x="connsiteX128" y="connsiteY128"/>
                    </a:cxn>
                    <a:cxn ang="0">
                      <a:pos x="connsiteX129" y="connsiteY129"/>
                    </a:cxn>
                    <a:cxn ang="0">
                      <a:pos x="connsiteX130" y="connsiteY130"/>
                    </a:cxn>
                    <a:cxn ang="0">
                      <a:pos x="connsiteX131" y="connsiteY131"/>
                    </a:cxn>
                    <a:cxn ang="0">
                      <a:pos x="connsiteX132" y="connsiteY132"/>
                    </a:cxn>
                    <a:cxn ang="0">
                      <a:pos x="connsiteX133" y="connsiteY133"/>
                    </a:cxn>
                    <a:cxn ang="0">
                      <a:pos x="connsiteX134" y="connsiteY134"/>
                    </a:cxn>
                    <a:cxn ang="0">
                      <a:pos x="connsiteX135" y="connsiteY135"/>
                    </a:cxn>
                    <a:cxn ang="0">
                      <a:pos x="connsiteX136" y="connsiteY136"/>
                    </a:cxn>
                    <a:cxn ang="0">
                      <a:pos x="connsiteX137" y="connsiteY137"/>
                    </a:cxn>
                    <a:cxn ang="0">
                      <a:pos x="connsiteX138" y="connsiteY138"/>
                    </a:cxn>
                    <a:cxn ang="0">
                      <a:pos x="connsiteX139" y="connsiteY139"/>
                    </a:cxn>
                    <a:cxn ang="0">
                      <a:pos x="connsiteX140" y="connsiteY140"/>
                    </a:cxn>
                    <a:cxn ang="0">
                      <a:pos x="connsiteX141" y="connsiteY141"/>
                    </a:cxn>
                    <a:cxn ang="0">
                      <a:pos x="connsiteX142" y="connsiteY142"/>
                    </a:cxn>
                    <a:cxn ang="0">
                      <a:pos x="connsiteX143" y="connsiteY143"/>
                    </a:cxn>
                    <a:cxn ang="0">
                      <a:pos x="connsiteX144" y="connsiteY144"/>
                    </a:cxn>
                    <a:cxn ang="0">
                      <a:pos x="connsiteX145" y="connsiteY145"/>
                    </a:cxn>
                    <a:cxn ang="0">
                      <a:pos x="connsiteX146" y="connsiteY146"/>
                    </a:cxn>
                    <a:cxn ang="0">
                      <a:pos x="connsiteX147" y="connsiteY147"/>
                    </a:cxn>
                    <a:cxn ang="0">
                      <a:pos x="connsiteX148" y="connsiteY148"/>
                    </a:cxn>
                    <a:cxn ang="0">
                      <a:pos x="connsiteX149" y="connsiteY149"/>
                    </a:cxn>
                    <a:cxn ang="0">
                      <a:pos x="connsiteX150" y="connsiteY150"/>
                    </a:cxn>
                    <a:cxn ang="0">
                      <a:pos x="connsiteX151" y="connsiteY151"/>
                    </a:cxn>
                    <a:cxn ang="0">
                      <a:pos x="connsiteX152" y="connsiteY152"/>
                    </a:cxn>
                    <a:cxn ang="0">
                      <a:pos x="connsiteX153" y="connsiteY153"/>
                    </a:cxn>
                    <a:cxn ang="0">
                      <a:pos x="connsiteX154" y="connsiteY154"/>
                    </a:cxn>
                    <a:cxn ang="0">
                      <a:pos x="connsiteX155" y="connsiteY155"/>
                    </a:cxn>
                    <a:cxn ang="0">
                      <a:pos x="connsiteX156" y="connsiteY156"/>
                    </a:cxn>
                    <a:cxn ang="0">
                      <a:pos x="connsiteX157" y="connsiteY157"/>
                    </a:cxn>
                    <a:cxn ang="0">
                      <a:pos x="connsiteX158" y="connsiteY158"/>
                    </a:cxn>
                    <a:cxn ang="0">
                      <a:pos x="connsiteX159" y="connsiteY159"/>
                    </a:cxn>
                    <a:cxn ang="0">
                      <a:pos x="connsiteX160" y="connsiteY160"/>
                    </a:cxn>
                    <a:cxn ang="0">
                      <a:pos x="connsiteX161" y="connsiteY161"/>
                    </a:cxn>
                    <a:cxn ang="0">
                      <a:pos x="connsiteX162" y="connsiteY162"/>
                    </a:cxn>
                    <a:cxn ang="0">
                      <a:pos x="connsiteX163" y="connsiteY163"/>
                    </a:cxn>
                    <a:cxn ang="0">
                      <a:pos x="connsiteX164" y="connsiteY164"/>
                    </a:cxn>
                    <a:cxn ang="0">
                      <a:pos x="connsiteX165" y="connsiteY165"/>
                    </a:cxn>
                    <a:cxn ang="0">
                      <a:pos x="connsiteX166" y="connsiteY166"/>
                    </a:cxn>
                    <a:cxn ang="0">
                      <a:pos x="connsiteX167" y="connsiteY167"/>
                    </a:cxn>
                    <a:cxn ang="0">
                      <a:pos x="connsiteX168" y="connsiteY168"/>
                    </a:cxn>
                    <a:cxn ang="0">
                      <a:pos x="connsiteX169" y="connsiteY169"/>
                    </a:cxn>
                    <a:cxn ang="0">
                      <a:pos x="connsiteX170" y="connsiteY170"/>
                    </a:cxn>
                    <a:cxn ang="0">
                      <a:pos x="connsiteX171" y="connsiteY171"/>
                    </a:cxn>
                    <a:cxn ang="0">
                      <a:pos x="connsiteX172" y="connsiteY172"/>
                    </a:cxn>
                    <a:cxn ang="0">
                      <a:pos x="connsiteX173" y="connsiteY173"/>
                    </a:cxn>
                    <a:cxn ang="0">
                      <a:pos x="connsiteX174" y="connsiteY174"/>
                    </a:cxn>
                    <a:cxn ang="0">
                      <a:pos x="connsiteX175" y="connsiteY175"/>
                    </a:cxn>
                    <a:cxn ang="0">
                      <a:pos x="connsiteX176" y="connsiteY176"/>
                    </a:cxn>
                    <a:cxn ang="0">
                      <a:pos x="connsiteX177" y="connsiteY177"/>
                    </a:cxn>
                    <a:cxn ang="0">
                      <a:pos x="connsiteX178" y="connsiteY178"/>
                    </a:cxn>
                    <a:cxn ang="0">
                      <a:pos x="connsiteX179" y="connsiteY179"/>
                    </a:cxn>
                    <a:cxn ang="0">
                      <a:pos x="connsiteX180" y="connsiteY180"/>
                    </a:cxn>
                    <a:cxn ang="0">
                      <a:pos x="connsiteX181" y="connsiteY181"/>
                    </a:cxn>
                    <a:cxn ang="0">
                      <a:pos x="connsiteX182" y="connsiteY182"/>
                    </a:cxn>
                    <a:cxn ang="0">
                      <a:pos x="connsiteX183" y="connsiteY183"/>
                    </a:cxn>
                    <a:cxn ang="0">
                      <a:pos x="connsiteX184" y="connsiteY184"/>
                    </a:cxn>
                    <a:cxn ang="0">
                      <a:pos x="connsiteX185" y="connsiteY185"/>
                    </a:cxn>
                    <a:cxn ang="0">
                      <a:pos x="connsiteX186" y="connsiteY186"/>
                    </a:cxn>
                    <a:cxn ang="0">
                      <a:pos x="connsiteX187" y="connsiteY187"/>
                    </a:cxn>
                    <a:cxn ang="0">
                      <a:pos x="connsiteX188" y="connsiteY188"/>
                    </a:cxn>
                    <a:cxn ang="0">
                      <a:pos x="connsiteX189" y="connsiteY189"/>
                    </a:cxn>
                    <a:cxn ang="0">
                      <a:pos x="connsiteX190" y="connsiteY190"/>
                    </a:cxn>
                  </a:cxnLst>
                  <a:rect l="l" t="t" r="r" b="b"/>
                  <a:pathLst>
                    <a:path w="6858001" h="874716">
                      <a:moveTo>
                        <a:pt x="0" y="533314"/>
                      </a:moveTo>
                      <a:lnTo>
                        <a:pt x="0" y="69206"/>
                      </a:lnTo>
                      <a:lnTo>
                        <a:pt x="21486" y="71924"/>
                      </a:lnTo>
                      <a:cubicBezTo>
                        <a:pt x="92546" y="60493"/>
                        <a:pt x="159604" y="87354"/>
                        <a:pt x="228948" y="88116"/>
                      </a:cubicBezTo>
                      <a:cubicBezTo>
                        <a:pt x="260382" y="88496"/>
                        <a:pt x="291435" y="94592"/>
                        <a:pt x="313533" y="62779"/>
                      </a:cubicBezTo>
                      <a:cubicBezTo>
                        <a:pt x="316389" y="58587"/>
                        <a:pt x="330298" y="60873"/>
                        <a:pt x="338870" y="62207"/>
                      </a:cubicBezTo>
                      <a:cubicBezTo>
                        <a:pt x="357921" y="65066"/>
                        <a:pt x="376781" y="72304"/>
                        <a:pt x="395640" y="72114"/>
                      </a:cubicBezTo>
                      <a:cubicBezTo>
                        <a:pt x="434695" y="71924"/>
                        <a:pt x="473939" y="68876"/>
                        <a:pt x="512802" y="65446"/>
                      </a:cubicBezTo>
                      <a:cubicBezTo>
                        <a:pt x="527470" y="64112"/>
                        <a:pt x="541569" y="58969"/>
                        <a:pt x="556047" y="55349"/>
                      </a:cubicBezTo>
                      <a:cubicBezTo>
                        <a:pt x="564048" y="53253"/>
                        <a:pt x="572622" y="47729"/>
                        <a:pt x="580050" y="48871"/>
                      </a:cubicBezTo>
                      <a:cubicBezTo>
                        <a:pt x="623106" y="55539"/>
                        <a:pt x="662541" y="39157"/>
                        <a:pt x="703308" y="30964"/>
                      </a:cubicBezTo>
                      <a:cubicBezTo>
                        <a:pt x="722169" y="27154"/>
                        <a:pt x="739886" y="18010"/>
                        <a:pt x="758174" y="11724"/>
                      </a:cubicBezTo>
                      <a:cubicBezTo>
                        <a:pt x="762936" y="10008"/>
                        <a:pt x="768271" y="8484"/>
                        <a:pt x="773035" y="8866"/>
                      </a:cubicBezTo>
                      <a:cubicBezTo>
                        <a:pt x="800276" y="11152"/>
                        <a:pt x="827329" y="14390"/>
                        <a:pt x="854379" y="16866"/>
                      </a:cubicBezTo>
                      <a:cubicBezTo>
                        <a:pt x="878956" y="19152"/>
                        <a:pt x="903722" y="19914"/>
                        <a:pt x="915343" y="47919"/>
                      </a:cubicBezTo>
                      <a:cubicBezTo>
                        <a:pt x="917059" y="52301"/>
                        <a:pt x="922773" y="55539"/>
                        <a:pt x="927155" y="58397"/>
                      </a:cubicBezTo>
                      <a:cubicBezTo>
                        <a:pt x="994785" y="102405"/>
                        <a:pt x="1030980" y="101261"/>
                        <a:pt x="1097087" y="54777"/>
                      </a:cubicBezTo>
                      <a:cubicBezTo>
                        <a:pt x="1103945" y="50015"/>
                        <a:pt x="1118613" y="46585"/>
                        <a:pt x="1123185" y="50395"/>
                      </a:cubicBezTo>
                      <a:cubicBezTo>
                        <a:pt x="1162049" y="82020"/>
                        <a:pt x="1204532" y="78590"/>
                        <a:pt x="1249302" y="68684"/>
                      </a:cubicBezTo>
                      <a:cubicBezTo>
                        <a:pt x="1260922" y="66018"/>
                        <a:pt x="1277307" y="66018"/>
                        <a:pt x="1286069" y="72304"/>
                      </a:cubicBezTo>
                      <a:cubicBezTo>
                        <a:pt x="1327790" y="101451"/>
                        <a:pt x="1372560" y="97261"/>
                        <a:pt x="1417899" y="88688"/>
                      </a:cubicBezTo>
                      <a:cubicBezTo>
                        <a:pt x="1424948" y="87354"/>
                        <a:pt x="1433522" y="80114"/>
                        <a:pt x="1436568" y="73448"/>
                      </a:cubicBezTo>
                      <a:cubicBezTo>
                        <a:pt x="1447428" y="49825"/>
                        <a:pt x="1467813" y="41823"/>
                        <a:pt x="1490292" y="35154"/>
                      </a:cubicBezTo>
                      <a:cubicBezTo>
                        <a:pt x="1525727" y="24296"/>
                        <a:pt x="1560588" y="11532"/>
                        <a:pt x="1596213" y="1245"/>
                      </a:cubicBezTo>
                      <a:cubicBezTo>
                        <a:pt x="1604978" y="-1231"/>
                        <a:pt x="1615836" y="293"/>
                        <a:pt x="1624980" y="3150"/>
                      </a:cubicBezTo>
                      <a:cubicBezTo>
                        <a:pt x="1656223" y="12866"/>
                        <a:pt x="1676036" y="37251"/>
                        <a:pt x="1697753" y="59731"/>
                      </a:cubicBezTo>
                      <a:cubicBezTo>
                        <a:pt x="1707279" y="69638"/>
                        <a:pt x="1720423" y="76686"/>
                        <a:pt x="1733188" y="82400"/>
                      </a:cubicBezTo>
                      <a:cubicBezTo>
                        <a:pt x="1766335" y="97071"/>
                        <a:pt x="1800246" y="110215"/>
                        <a:pt x="1833775" y="124121"/>
                      </a:cubicBezTo>
                      <a:cubicBezTo>
                        <a:pt x="1837013" y="125455"/>
                        <a:pt x="1839679" y="128884"/>
                        <a:pt x="1842158" y="131742"/>
                      </a:cubicBezTo>
                      <a:cubicBezTo>
                        <a:pt x="1866922" y="161843"/>
                        <a:pt x="1891497" y="192132"/>
                        <a:pt x="1916454" y="222233"/>
                      </a:cubicBezTo>
                      <a:cubicBezTo>
                        <a:pt x="1921216" y="227947"/>
                        <a:pt x="1928076" y="232139"/>
                        <a:pt x="1933219" y="237663"/>
                      </a:cubicBezTo>
                      <a:cubicBezTo>
                        <a:pt x="1940459" y="245283"/>
                        <a:pt x="1949603" y="252524"/>
                        <a:pt x="1953413" y="261668"/>
                      </a:cubicBezTo>
                      <a:cubicBezTo>
                        <a:pt x="1965224" y="290433"/>
                        <a:pt x="1987894" y="302817"/>
                        <a:pt x="2016469" y="308151"/>
                      </a:cubicBezTo>
                      <a:cubicBezTo>
                        <a:pt x="2042570" y="313104"/>
                        <a:pt x="2068669" y="317296"/>
                        <a:pt x="2094578" y="323010"/>
                      </a:cubicBezTo>
                      <a:cubicBezTo>
                        <a:pt x="2126201" y="329868"/>
                        <a:pt x="2157636" y="337298"/>
                        <a:pt x="2188879" y="345681"/>
                      </a:cubicBezTo>
                      <a:cubicBezTo>
                        <a:pt x="2202404" y="349301"/>
                        <a:pt x="2216692" y="353491"/>
                        <a:pt x="2228314" y="360921"/>
                      </a:cubicBezTo>
                      <a:cubicBezTo>
                        <a:pt x="2260890" y="381496"/>
                        <a:pt x="2295753" y="395402"/>
                        <a:pt x="2334044" y="389878"/>
                      </a:cubicBezTo>
                      <a:cubicBezTo>
                        <a:pt x="2364715" y="385496"/>
                        <a:pt x="2390434" y="396736"/>
                        <a:pt x="2409485" y="414263"/>
                      </a:cubicBezTo>
                      <a:cubicBezTo>
                        <a:pt x="2444158" y="446078"/>
                        <a:pt x="2481305" y="438838"/>
                        <a:pt x="2518264" y="428552"/>
                      </a:cubicBezTo>
                      <a:cubicBezTo>
                        <a:pt x="2537315" y="423217"/>
                        <a:pt x="2552935" y="423979"/>
                        <a:pt x="2571034" y="429122"/>
                      </a:cubicBezTo>
                      <a:cubicBezTo>
                        <a:pt x="2612945" y="441124"/>
                        <a:pt x="2640950" y="473701"/>
                        <a:pt x="2668001" y="502276"/>
                      </a:cubicBezTo>
                      <a:cubicBezTo>
                        <a:pt x="2691054" y="526661"/>
                        <a:pt x="2716963" y="540377"/>
                        <a:pt x="2745348" y="550666"/>
                      </a:cubicBezTo>
                      <a:cubicBezTo>
                        <a:pt x="2781163" y="563810"/>
                        <a:pt x="2809548" y="558858"/>
                        <a:pt x="2826694" y="527233"/>
                      </a:cubicBezTo>
                      <a:cubicBezTo>
                        <a:pt x="2831457" y="518278"/>
                        <a:pt x="2839839" y="507800"/>
                        <a:pt x="2848793" y="505134"/>
                      </a:cubicBezTo>
                      <a:cubicBezTo>
                        <a:pt x="2892037" y="491800"/>
                        <a:pt x="2935854" y="472367"/>
                        <a:pt x="2982148" y="484179"/>
                      </a:cubicBezTo>
                      <a:cubicBezTo>
                        <a:pt x="3046158" y="500372"/>
                        <a:pt x="3108644" y="499420"/>
                        <a:pt x="3172654" y="483417"/>
                      </a:cubicBezTo>
                      <a:cubicBezTo>
                        <a:pt x="3276480" y="457508"/>
                        <a:pt x="3380305" y="430076"/>
                        <a:pt x="3489467" y="435790"/>
                      </a:cubicBezTo>
                      <a:cubicBezTo>
                        <a:pt x="3507563" y="436742"/>
                        <a:pt x="3529090" y="425121"/>
                        <a:pt x="3544713" y="413691"/>
                      </a:cubicBezTo>
                      <a:cubicBezTo>
                        <a:pt x="3574622" y="391974"/>
                        <a:pt x="3573288" y="390258"/>
                        <a:pt x="3606817" y="408167"/>
                      </a:cubicBezTo>
                      <a:cubicBezTo>
                        <a:pt x="3614819" y="412549"/>
                        <a:pt x="3624725" y="415215"/>
                        <a:pt x="3630632" y="421693"/>
                      </a:cubicBezTo>
                      <a:cubicBezTo>
                        <a:pt x="3660731" y="454650"/>
                        <a:pt x="3697880" y="446648"/>
                        <a:pt x="3734837" y="441886"/>
                      </a:cubicBezTo>
                      <a:cubicBezTo>
                        <a:pt x="3741315" y="440934"/>
                        <a:pt x="3749125" y="439600"/>
                        <a:pt x="3754652" y="442268"/>
                      </a:cubicBezTo>
                      <a:cubicBezTo>
                        <a:pt x="3779607" y="454268"/>
                        <a:pt x="3800753" y="450078"/>
                        <a:pt x="3822472" y="433694"/>
                      </a:cubicBezTo>
                      <a:cubicBezTo>
                        <a:pt x="3841331" y="419597"/>
                        <a:pt x="3863049" y="411215"/>
                        <a:pt x="3885338" y="428742"/>
                      </a:cubicBezTo>
                      <a:cubicBezTo>
                        <a:pt x="3934870" y="467605"/>
                        <a:pt x="3987829" y="469509"/>
                        <a:pt x="4043839" y="444934"/>
                      </a:cubicBezTo>
                      <a:cubicBezTo>
                        <a:pt x="4083845" y="427407"/>
                        <a:pt x="4123280" y="423407"/>
                        <a:pt x="4165383" y="441124"/>
                      </a:cubicBezTo>
                      <a:cubicBezTo>
                        <a:pt x="4181576" y="447982"/>
                        <a:pt x="4202531" y="443410"/>
                        <a:pt x="4221391" y="444934"/>
                      </a:cubicBezTo>
                      <a:cubicBezTo>
                        <a:pt x="4232060" y="445696"/>
                        <a:pt x="4243872" y="445886"/>
                        <a:pt x="4253014" y="450650"/>
                      </a:cubicBezTo>
                      <a:cubicBezTo>
                        <a:pt x="4277401" y="462843"/>
                        <a:pt x="4300070" y="478463"/>
                        <a:pt x="4324645" y="490466"/>
                      </a:cubicBezTo>
                      <a:cubicBezTo>
                        <a:pt x="4336457" y="496180"/>
                        <a:pt x="4350554" y="499228"/>
                        <a:pt x="4363890" y="499420"/>
                      </a:cubicBezTo>
                      <a:cubicBezTo>
                        <a:pt x="4403325" y="500372"/>
                        <a:pt x="4442761" y="500372"/>
                        <a:pt x="4482004" y="498658"/>
                      </a:cubicBezTo>
                      <a:cubicBezTo>
                        <a:pt x="4546776" y="495990"/>
                        <a:pt x="4612500" y="495418"/>
                        <a:pt x="4659174" y="438648"/>
                      </a:cubicBezTo>
                      <a:cubicBezTo>
                        <a:pt x="4662986" y="434076"/>
                        <a:pt x="4671176" y="431408"/>
                        <a:pt x="4677655" y="430646"/>
                      </a:cubicBezTo>
                      <a:cubicBezTo>
                        <a:pt x="4707564" y="427027"/>
                        <a:pt x="4738235" y="426645"/>
                        <a:pt x="4767764" y="420739"/>
                      </a:cubicBezTo>
                      <a:cubicBezTo>
                        <a:pt x="4791386" y="415977"/>
                        <a:pt x="4811009" y="417501"/>
                        <a:pt x="4828916" y="434266"/>
                      </a:cubicBezTo>
                      <a:cubicBezTo>
                        <a:pt x="4852348" y="456364"/>
                        <a:pt x="4880925" y="469319"/>
                        <a:pt x="4912168" y="462271"/>
                      </a:cubicBezTo>
                      <a:cubicBezTo>
                        <a:pt x="4943409" y="455412"/>
                        <a:pt x="4963984" y="470271"/>
                        <a:pt x="4987037" y="485703"/>
                      </a:cubicBezTo>
                      <a:cubicBezTo>
                        <a:pt x="5003801" y="496942"/>
                        <a:pt x="5022852" y="511040"/>
                        <a:pt x="5041521" y="512182"/>
                      </a:cubicBezTo>
                      <a:cubicBezTo>
                        <a:pt x="5083814" y="514658"/>
                        <a:pt x="5120201" y="553904"/>
                        <a:pt x="5166113" y="531615"/>
                      </a:cubicBezTo>
                      <a:cubicBezTo>
                        <a:pt x="5169161" y="530091"/>
                        <a:pt x="5174685" y="533901"/>
                        <a:pt x="5179067" y="534853"/>
                      </a:cubicBezTo>
                      <a:cubicBezTo>
                        <a:pt x="5214121" y="542093"/>
                        <a:pt x="5247078" y="535043"/>
                        <a:pt x="5272796" y="511230"/>
                      </a:cubicBezTo>
                      <a:cubicBezTo>
                        <a:pt x="5306516" y="480177"/>
                        <a:pt x="5343855" y="477129"/>
                        <a:pt x="5385384" y="487227"/>
                      </a:cubicBezTo>
                      <a:cubicBezTo>
                        <a:pt x="5398721" y="490466"/>
                        <a:pt x="5412057" y="492752"/>
                        <a:pt x="5425582" y="495418"/>
                      </a:cubicBezTo>
                      <a:cubicBezTo>
                        <a:pt x="5443870" y="499228"/>
                        <a:pt x="5462351" y="503230"/>
                        <a:pt x="5480637" y="507040"/>
                      </a:cubicBezTo>
                      <a:cubicBezTo>
                        <a:pt x="5498356" y="510850"/>
                        <a:pt x="5517979" y="517326"/>
                        <a:pt x="5531693" y="500944"/>
                      </a:cubicBezTo>
                      <a:cubicBezTo>
                        <a:pt x="5543506" y="486845"/>
                        <a:pt x="5551888" y="488179"/>
                        <a:pt x="5562746" y="500372"/>
                      </a:cubicBezTo>
                      <a:cubicBezTo>
                        <a:pt x="5600467" y="543045"/>
                        <a:pt x="5646189" y="569716"/>
                        <a:pt x="5704483" y="571620"/>
                      </a:cubicBezTo>
                      <a:cubicBezTo>
                        <a:pt x="5716485" y="572002"/>
                        <a:pt x="5728678" y="574668"/>
                        <a:pt x="5740488" y="577526"/>
                      </a:cubicBezTo>
                      <a:cubicBezTo>
                        <a:pt x="5747728" y="579241"/>
                        <a:pt x="5756493" y="581147"/>
                        <a:pt x="5760873" y="586291"/>
                      </a:cubicBezTo>
                      <a:cubicBezTo>
                        <a:pt x="5794974" y="625534"/>
                        <a:pt x="5837457" y="652777"/>
                        <a:pt x="5883751" y="674686"/>
                      </a:cubicBezTo>
                      <a:cubicBezTo>
                        <a:pt x="5900323" y="682496"/>
                        <a:pt x="5918042" y="690306"/>
                        <a:pt x="5935949" y="692592"/>
                      </a:cubicBezTo>
                      <a:cubicBezTo>
                        <a:pt x="5954617" y="694878"/>
                        <a:pt x="5974240" y="691068"/>
                        <a:pt x="5993291" y="688972"/>
                      </a:cubicBezTo>
                      <a:cubicBezTo>
                        <a:pt x="6004531" y="687830"/>
                        <a:pt x="6017485" y="688020"/>
                        <a:pt x="6026440" y="682496"/>
                      </a:cubicBezTo>
                      <a:cubicBezTo>
                        <a:pt x="6054825" y="665159"/>
                        <a:pt x="6082258" y="646491"/>
                        <a:pt x="6108738" y="626296"/>
                      </a:cubicBezTo>
                      <a:cubicBezTo>
                        <a:pt x="6131409" y="608960"/>
                        <a:pt x="6135981" y="606483"/>
                        <a:pt x="6155602" y="628202"/>
                      </a:cubicBezTo>
                      <a:cubicBezTo>
                        <a:pt x="6175797" y="650491"/>
                        <a:pt x="6200944" y="662111"/>
                        <a:pt x="6228756" y="666873"/>
                      </a:cubicBezTo>
                      <a:cubicBezTo>
                        <a:pt x="6272764" y="674304"/>
                        <a:pt x="6317151" y="680590"/>
                        <a:pt x="6361539" y="684210"/>
                      </a:cubicBezTo>
                      <a:cubicBezTo>
                        <a:pt x="6401736" y="687448"/>
                        <a:pt x="6420977" y="669922"/>
                        <a:pt x="6428979" y="630106"/>
                      </a:cubicBezTo>
                      <a:cubicBezTo>
                        <a:pt x="6433551" y="608007"/>
                        <a:pt x="6439458" y="584003"/>
                        <a:pt x="6463840" y="578098"/>
                      </a:cubicBezTo>
                      <a:cubicBezTo>
                        <a:pt x="6503658" y="568572"/>
                        <a:pt x="6544997" y="564382"/>
                        <a:pt x="6564620" y="517708"/>
                      </a:cubicBezTo>
                      <a:cubicBezTo>
                        <a:pt x="6575478" y="527995"/>
                        <a:pt x="6582146" y="534091"/>
                        <a:pt x="6588625" y="540187"/>
                      </a:cubicBezTo>
                      <a:cubicBezTo>
                        <a:pt x="6606531" y="557142"/>
                        <a:pt x="6643678" y="564382"/>
                        <a:pt x="6662541" y="549714"/>
                      </a:cubicBezTo>
                      <a:cubicBezTo>
                        <a:pt x="6690354" y="528377"/>
                        <a:pt x="6715883" y="532377"/>
                        <a:pt x="6742552" y="548952"/>
                      </a:cubicBezTo>
                      <a:cubicBezTo>
                        <a:pt x="6764841" y="562668"/>
                        <a:pt x="6788417" y="567954"/>
                        <a:pt x="6812063" y="568430"/>
                      </a:cubicBezTo>
                      <a:lnTo>
                        <a:pt x="6858001" y="562267"/>
                      </a:lnTo>
                      <a:lnTo>
                        <a:pt x="6858001" y="734520"/>
                      </a:lnTo>
                      <a:lnTo>
                        <a:pt x="6815516" y="744220"/>
                      </a:lnTo>
                      <a:cubicBezTo>
                        <a:pt x="6793035" y="749744"/>
                        <a:pt x="6771319" y="759651"/>
                        <a:pt x="6748458" y="763271"/>
                      </a:cubicBezTo>
                      <a:cubicBezTo>
                        <a:pt x="6694164" y="771843"/>
                        <a:pt x="6639488" y="777939"/>
                        <a:pt x="6584812" y="784797"/>
                      </a:cubicBezTo>
                      <a:cubicBezTo>
                        <a:pt x="6528424" y="791846"/>
                        <a:pt x="6472225" y="799276"/>
                        <a:pt x="6415833" y="805562"/>
                      </a:cubicBezTo>
                      <a:cubicBezTo>
                        <a:pt x="6384972" y="808802"/>
                        <a:pt x="6353919" y="809372"/>
                        <a:pt x="6323058" y="812420"/>
                      </a:cubicBezTo>
                      <a:cubicBezTo>
                        <a:pt x="6296005" y="815088"/>
                        <a:pt x="6269144" y="820041"/>
                        <a:pt x="6242093" y="823281"/>
                      </a:cubicBezTo>
                      <a:cubicBezTo>
                        <a:pt x="6218660" y="825947"/>
                        <a:pt x="6195037" y="827471"/>
                        <a:pt x="6171605" y="830139"/>
                      </a:cubicBezTo>
                      <a:cubicBezTo>
                        <a:pt x="6134075" y="834519"/>
                        <a:pt x="6096736" y="839473"/>
                        <a:pt x="6059397" y="844045"/>
                      </a:cubicBezTo>
                      <a:cubicBezTo>
                        <a:pt x="6043776" y="845759"/>
                        <a:pt x="6027392" y="850522"/>
                        <a:pt x="6012723" y="847665"/>
                      </a:cubicBezTo>
                      <a:cubicBezTo>
                        <a:pt x="5975764" y="840425"/>
                        <a:pt x="5939377" y="842521"/>
                        <a:pt x="5902610" y="847473"/>
                      </a:cubicBezTo>
                      <a:cubicBezTo>
                        <a:pt x="5890037" y="849190"/>
                        <a:pt x="5876511" y="848808"/>
                        <a:pt x="5864318" y="845569"/>
                      </a:cubicBezTo>
                      <a:cubicBezTo>
                        <a:pt x="5839361" y="839091"/>
                        <a:pt x="5815169" y="829947"/>
                        <a:pt x="5790592" y="821947"/>
                      </a:cubicBezTo>
                      <a:cubicBezTo>
                        <a:pt x="5787924" y="820995"/>
                        <a:pt x="5784686" y="820803"/>
                        <a:pt x="5781830" y="820233"/>
                      </a:cubicBezTo>
                      <a:cubicBezTo>
                        <a:pt x="5765635" y="816992"/>
                        <a:pt x="5749634" y="813754"/>
                        <a:pt x="5733440" y="810896"/>
                      </a:cubicBezTo>
                      <a:cubicBezTo>
                        <a:pt x="5724678" y="809372"/>
                        <a:pt x="5715723" y="809182"/>
                        <a:pt x="5706959" y="807848"/>
                      </a:cubicBezTo>
                      <a:cubicBezTo>
                        <a:pt x="5673050" y="802514"/>
                        <a:pt x="5635711" y="811468"/>
                        <a:pt x="5606372" y="788417"/>
                      </a:cubicBezTo>
                      <a:cubicBezTo>
                        <a:pt x="5587321" y="773557"/>
                        <a:pt x="5568842" y="776987"/>
                        <a:pt x="5548460" y="779273"/>
                      </a:cubicBezTo>
                      <a:cubicBezTo>
                        <a:pt x="5533027" y="780987"/>
                        <a:pt x="5517215" y="780415"/>
                        <a:pt x="5501594" y="780607"/>
                      </a:cubicBezTo>
                      <a:cubicBezTo>
                        <a:pt x="5474161" y="781177"/>
                        <a:pt x="5446728" y="781369"/>
                        <a:pt x="5419295" y="782321"/>
                      </a:cubicBezTo>
                      <a:cubicBezTo>
                        <a:pt x="5410531" y="782701"/>
                        <a:pt x="5401579" y="787465"/>
                        <a:pt x="5393005" y="786703"/>
                      </a:cubicBezTo>
                      <a:cubicBezTo>
                        <a:pt x="5353379" y="783083"/>
                        <a:pt x="5313754" y="777367"/>
                        <a:pt x="5274129" y="774129"/>
                      </a:cubicBezTo>
                      <a:cubicBezTo>
                        <a:pt x="5251650" y="772225"/>
                        <a:pt x="5228597" y="775843"/>
                        <a:pt x="5206308" y="773177"/>
                      </a:cubicBezTo>
                      <a:cubicBezTo>
                        <a:pt x="5180591" y="770129"/>
                        <a:pt x="5155445" y="762319"/>
                        <a:pt x="5129916" y="757554"/>
                      </a:cubicBezTo>
                      <a:cubicBezTo>
                        <a:pt x="5122867" y="756222"/>
                        <a:pt x="5115057" y="757936"/>
                        <a:pt x="5107627" y="758316"/>
                      </a:cubicBezTo>
                      <a:cubicBezTo>
                        <a:pt x="5099245" y="758699"/>
                        <a:pt x="5091052" y="759461"/>
                        <a:pt x="5082670" y="759651"/>
                      </a:cubicBezTo>
                      <a:cubicBezTo>
                        <a:pt x="5057141" y="760033"/>
                        <a:pt x="5031614" y="759461"/>
                        <a:pt x="5006086" y="760795"/>
                      </a:cubicBezTo>
                      <a:cubicBezTo>
                        <a:pt x="4990465" y="761557"/>
                        <a:pt x="4974082" y="769367"/>
                        <a:pt x="4959602" y="766509"/>
                      </a:cubicBezTo>
                      <a:cubicBezTo>
                        <a:pt x="4930075" y="760985"/>
                        <a:pt x="4900546" y="773367"/>
                        <a:pt x="4871019" y="763081"/>
                      </a:cubicBezTo>
                      <a:cubicBezTo>
                        <a:pt x="4861873" y="760033"/>
                        <a:pt x="4849300" y="767653"/>
                        <a:pt x="4838250" y="768033"/>
                      </a:cubicBezTo>
                      <a:cubicBezTo>
                        <a:pt x="4810627" y="768985"/>
                        <a:pt x="4783004" y="768795"/>
                        <a:pt x="4755381" y="768605"/>
                      </a:cubicBezTo>
                      <a:cubicBezTo>
                        <a:pt x="4730614" y="768415"/>
                        <a:pt x="4704895" y="771081"/>
                        <a:pt x="4681083" y="765747"/>
                      </a:cubicBezTo>
                      <a:cubicBezTo>
                        <a:pt x="4656126" y="760033"/>
                        <a:pt x="4633647" y="760795"/>
                        <a:pt x="4609452" y="767271"/>
                      </a:cubicBezTo>
                      <a:cubicBezTo>
                        <a:pt x="4592878" y="771653"/>
                        <a:pt x="4575351" y="772225"/>
                        <a:pt x="4558207" y="773557"/>
                      </a:cubicBezTo>
                      <a:cubicBezTo>
                        <a:pt x="4539728" y="775081"/>
                        <a:pt x="4519343" y="771081"/>
                        <a:pt x="4502579" y="777367"/>
                      </a:cubicBezTo>
                      <a:cubicBezTo>
                        <a:pt x="4452665" y="796038"/>
                        <a:pt x="4401419" y="800038"/>
                        <a:pt x="4349222" y="800038"/>
                      </a:cubicBezTo>
                      <a:cubicBezTo>
                        <a:pt x="4339695" y="800038"/>
                        <a:pt x="4329979" y="797372"/>
                        <a:pt x="4320837" y="794514"/>
                      </a:cubicBezTo>
                      <a:cubicBezTo>
                        <a:pt x="4267493" y="777367"/>
                        <a:pt x="4213961" y="778891"/>
                        <a:pt x="4159667" y="789370"/>
                      </a:cubicBezTo>
                      <a:cubicBezTo>
                        <a:pt x="4148427" y="791656"/>
                        <a:pt x="4135854" y="792038"/>
                        <a:pt x="4124614" y="789752"/>
                      </a:cubicBezTo>
                      <a:cubicBezTo>
                        <a:pt x="4092989" y="783083"/>
                        <a:pt x="4062318" y="772033"/>
                        <a:pt x="4030503" y="767271"/>
                      </a:cubicBezTo>
                      <a:cubicBezTo>
                        <a:pt x="3977925" y="759461"/>
                        <a:pt x="3932394" y="785749"/>
                        <a:pt x="3885338" y="802896"/>
                      </a:cubicBezTo>
                      <a:cubicBezTo>
                        <a:pt x="3840569" y="819089"/>
                        <a:pt x="3802467" y="855666"/>
                        <a:pt x="3749506" y="847473"/>
                      </a:cubicBezTo>
                      <a:cubicBezTo>
                        <a:pt x="3744173" y="846711"/>
                        <a:pt x="3738267" y="851856"/>
                        <a:pt x="3732361" y="853190"/>
                      </a:cubicBezTo>
                      <a:cubicBezTo>
                        <a:pt x="3716168" y="856810"/>
                        <a:pt x="3699976" y="861190"/>
                        <a:pt x="3683591" y="862906"/>
                      </a:cubicBezTo>
                      <a:cubicBezTo>
                        <a:pt x="3663589" y="865192"/>
                        <a:pt x="3643204" y="864430"/>
                        <a:pt x="3623201" y="866334"/>
                      </a:cubicBezTo>
                      <a:cubicBezTo>
                        <a:pt x="3597482" y="868620"/>
                        <a:pt x="3572146" y="874716"/>
                        <a:pt x="3546617" y="874716"/>
                      </a:cubicBezTo>
                      <a:cubicBezTo>
                        <a:pt x="3526042" y="874716"/>
                        <a:pt x="3505657" y="867668"/>
                        <a:pt x="3485275" y="864238"/>
                      </a:cubicBezTo>
                      <a:cubicBezTo>
                        <a:pt x="3456508" y="859476"/>
                        <a:pt x="3424883" y="860810"/>
                        <a:pt x="3399546" y="848618"/>
                      </a:cubicBezTo>
                      <a:cubicBezTo>
                        <a:pt x="3372495" y="835663"/>
                        <a:pt x="3346776" y="829757"/>
                        <a:pt x="3318771" y="833757"/>
                      </a:cubicBezTo>
                      <a:cubicBezTo>
                        <a:pt x="3309437" y="835091"/>
                        <a:pt x="3297434" y="843093"/>
                        <a:pt x="3293244" y="851284"/>
                      </a:cubicBezTo>
                      <a:cubicBezTo>
                        <a:pt x="3283908" y="869572"/>
                        <a:pt x="3271145" y="872812"/>
                        <a:pt x="3253809" y="866524"/>
                      </a:cubicBezTo>
                      <a:cubicBezTo>
                        <a:pt x="3238758" y="861190"/>
                        <a:pt x="3220280" y="858524"/>
                        <a:pt x="3209993" y="848235"/>
                      </a:cubicBezTo>
                      <a:cubicBezTo>
                        <a:pt x="3180844" y="819089"/>
                        <a:pt x="3143695" y="818136"/>
                        <a:pt x="3107500" y="810326"/>
                      </a:cubicBezTo>
                      <a:cubicBezTo>
                        <a:pt x="3085403" y="805562"/>
                        <a:pt x="3064827" y="805372"/>
                        <a:pt x="3042728" y="808610"/>
                      </a:cubicBezTo>
                      <a:cubicBezTo>
                        <a:pt x="2994722" y="815850"/>
                        <a:pt x="2948047" y="805562"/>
                        <a:pt x="2901943" y="792418"/>
                      </a:cubicBezTo>
                      <a:cubicBezTo>
                        <a:pt x="2871462" y="783655"/>
                        <a:pt x="2840219" y="778321"/>
                        <a:pt x="2809930" y="769367"/>
                      </a:cubicBezTo>
                      <a:cubicBezTo>
                        <a:pt x="2787259" y="762509"/>
                        <a:pt x="2764590" y="754316"/>
                        <a:pt x="2743826" y="743268"/>
                      </a:cubicBezTo>
                      <a:cubicBezTo>
                        <a:pt x="2713723" y="727073"/>
                        <a:pt x="2687436" y="702689"/>
                        <a:pt x="2649143" y="709167"/>
                      </a:cubicBezTo>
                      <a:cubicBezTo>
                        <a:pt x="2615421" y="714881"/>
                        <a:pt x="2584942" y="702881"/>
                        <a:pt x="2554079" y="691450"/>
                      </a:cubicBezTo>
                      <a:cubicBezTo>
                        <a:pt x="2531409" y="683068"/>
                        <a:pt x="2508742" y="674494"/>
                        <a:pt x="2485307" y="669160"/>
                      </a:cubicBezTo>
                      <a:cubicBezTo>
                        <a:pt x="2457492" y="662873"/>
                        <a:pt x="2426059" y="665541"/>
                        <a:pt x="2401292" y="653919"/>
                      </a:cubicBezTo>
                      <a:cubicBezTo>
                        <a:pt x="2375383" y="641727"/>
                        <a:pt x="2353859" y="649919"/>
                        <a:pt x="2330806" y="653349"/>
                      </a:cubicBezTo>
                      <a:cubicBezTo>
                        <a:pt x="2294039" y="658683"/>
                        <a:pt x="2257459" y="668590"/>
                        <a:pt x="2220312" y="656015"/>
                      </a:cubicBezTo>
                      <a:cubicBezTo>
                        <a:pt x="2175163" y="640775"/>
                        <a:pt x="2130393" y="624392"/>
                        <a:pt x="2085054" y="609914"/>
                      </a:cubicBezTo>
                      <a:cubicBezTo>
                        <a:pt x="2067525" y="604387"/>
                        <a:pt x="2048668" y="602101"/>
                        <a:pt x="2030378" y="599625"/>
                      </a:cubicBezTo>
                      <a:cubicBezTo>
                        <a:pt x="2013043" y="597529"/>
                        <a:pt x="1992279" y="602863"/>
                        <a:pt x="1978940" y="594863"/>
                      </a:cubicBezTo>
                      <a:cubicBezTo>
                        <a:pt x="1944649" y="574288"/>
                        <a:pt x="1909408" y="564192"/>
                        <a:pt x="1869780" y="564192"/>
                      </a:cubicBezTo>
                      <a:cubicBezTo>
                        <a:pt x="1854920" y="564192"/>
                        <a:pt x="1840441" y="555618"/>
                        <a:pt x="1825393" y="554094"/>
                      </a:cubicBezTo>
                      <a:cubicBezTo>
                        <a:pt x="1804816" y="552190"/>
                        <a:pt x="1781194" y="547045"/>
                        <a:pt x="1763287" y="554286"/>
                      </a:cubicBezTo>
                      <a:cubicBezTo>
                        <a:pt x="1721185" y="571430"/>
                        <a:pt x="1687086" y="557142"/>
                        <a:pt x="1650317" y="540187"/>
                      </a:cubicBezTo>
                      <a:cubicBezTo>
                        <a:pt x="1614120" y="523423"/>
                        <a:pt x="1576019" y="510088"/>
                        <a:pt x="1537537" y="499038"/>
                      </a:cubicBezTo>
                      <a:cubicBezTo>
                        <a:pt x="1523059" y="495038"/>
                        <a:pt x="1505724" y="501706"/>
                        <a:pt x="1489720" y="503038"/>
                      </a:cubicBezTo>
                      <a:cubicBezTo>
                        <a:pt x="1484004" y="503420"/>
                        <a:pt x="1477717" y="503992"/>
                        <a:pt x="1472575" y="502086"/>
                      </a:cubicBezTo>
                      <a:cubicBezTo>
                        <a:pt x="1422854" y="483797"/>
                        <a:pt x="1372368" y="469891"/>
                        <a:pt x="1318456" y="479415"/>
                      </a:cubicBezTo>
                      <a:cubicBezTo>
                        <a:pt x="1313504" y="480369"/>
                        <a:pt x="1307978" y="478273"/>
                        <a:pt x="1303024" y="476939"/>
                      </a:cubicBezTo>
                      <a:cubicBezTo>
                        <a:pt x="1278829" y="470081"/>
                        <a:pt x="1255206" y="459223"/>
                        <a:pt x="1230633" y="456746"/>
                      </a:cubicBezTo>
                      <a:cubicBezTo>
                        <a:pt x="1170051" y="450650"/>
                        <a:pt x="1109091" y="448172"/>
                        <a:pt x="1048125" y="444172"/>
                      </a:cubicBezTo>
                      <a:cubicBezTo>
                        <a:pt x="1044315" y="443982"/>
                        <a:pt x="1040315" y="443982"/>
                        <a:pt x="1036887" y="442648"/>
                      </a:cubicBezTo>
                      <a:cubicBezTo>
                        <a:pt x="1014406" y="434456"/>
                        <a:pt x="994785" y="437124"/>
                        <a:pt x="975733" y="452744"/>
                      </a:cubicBezTo>
                      <a:cubicBezTo>
                        <a:pt x="967350" y="459603"/>
                        <a:pt x="955920" y="463223"/>
                        <a:pt x="945444" y="467033"/>
                      </a:cubicBezTo>
                      <a:cubicBezTo>
                        <a:pt x="930011" y="472749"/>
                        <a:pt x="914200" y="478273"/>
                        <a:pt x="898198" y="481893"/>
                      </a:cubicBezTo>
                      <a:cubicBezTo>
                        <a:pt x="882384" y="485321"/>
                        <a:pt x="865430" y="490084"/>
                        <a:pt x="850189" y="487417"/>
                      </a:cubicBezTo>
                      <a:cubicBezTo>
                        <a:pt x="822756" y="482655"/>
                        <a:pt x="796655" y="471987"/>
                        <a:pt x="769605" y="464937"/>
                      </a:cubicBezTo>
                      <a:cubicBezTo>
                        <a:pt x="760270" y="462461"/>
                        <a:pt x="749982" y="462843"/>
                        <a:pt x="740268" y="462651"/>
                      </a:cubicBezTo>
                      <a:cubicBezTo>
                        <a:pt x="717977" y="462081"/>
                        <a:pt x="695116" y="467605"/>
                        <a:pt x="674923" y="451792"/>
                      </a:cubicBezTo>
                      <a:cubicBezTo>
                        <a:pt x="656255" y="436934"/>
                        <a:pt x="637392" y="441314"/>
                        <a:pt x="617772" y="452554"/>
                      </a:cubicBezTo>
                      <a:cubicBezTo>
                        <a:pt x="603673" y="460557"/>
                        <a:pt x="587672" y="466843"/>
                        <a:pt x="571860" y="469891"/>
                      </a:cubicBezTo>
                      <a:cubicBezTo>
                        <a:pt x="550141" y="474081"/>
                        <a:pt x="528615" y="475797"/>
                        <a:pt x="505182" y="473319"/>
                      </a:cubicBezTo>
                      <a:cubicBezTo>
                        <a:pt x="488607" y="471605"/>
                        <a:pt x="475081" y="470843"/>
                        <a:pt x="462126" y="460747"/>
                      </a:cubicBezTo>
                      <a:cubicBezTo>
                        <a:pt x="460032" y="459223"/>
                        <a:pt x="456222" y="458841"/>
                        <a:pt x="453364" y="459033"/>
                      </a:cubicBezTo>
                      <a:cubicBezTo>
                        <a:pt x="415835" y="462271"/>
                        <a:pt x="378686" y="460557"/>
                        <a:pt x="340774" y="458268"/>
                      </a:cubicBezTo>
                      <a:cubicBezTo>
                        <a:pt x="292579" y="455222"/>
                        <a:pt x="241901" y="464175"/>
                        <a:pt x="200182" y="496180"/>
                      </a:cubicBezTo>
                      <a:cubicBezTo>
                        <a:pt x="194085" y="500944"/>
                        <a:pt x="184941" y="503038"/>
                        <a:pt x="176939" y="504182"/>
                      </a:cubicBezTo>
                      <a:cubicBezTo>
                        <a:pt x="139219" y="509134"/>
                        <a:pt x="101308" y="512564"/>
                        <a:pt x="63587" y="518088"/>
                      </a:cubicBezTo>
                      <a:cubicBezTo>
                        <a:pt x="43012" y="521137"/>
                        <a:pt x="21486" y="523805"/>
                        <a:pt x="2817" y="532187"/>
                      </a:cubicBezTo>
                      <a:lnTo>
                        <a:pt x="0" y="533314"/>
                      </a:lnTo>
                      <a:close/>
                    </a:path>
                  </a:pathLst>
                </a:custGeom>
                <a:grpFill/>
                <a:ln w="1270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/>
                </a:p>
              </p:txBody>
            </p:sp>
          </p:grpSp>
        </p:grpSp>
      </p:grpSp>
      <p:pic>
        <p:nvPicPr>
          <p:cNvPr id="25" name="Picture 24" descr="A building with balconies and windows&#10;&#10;AI-generated content may be incorrect.">
            <a:extLst>
              <a:ext uri="{FF2B5EF4-FFF2-40B4-BE49-F238E27FC236}">
                <a16:creationId xmlns:a16="http://schemas.microsoft.com/office/drawing/2014/main" id="{B49A77F5-BF03-F5FD-778B-7CEFB2FCD9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2192000" y="-1741715"/>
            <a:ext cx="4210050" cy="8599715"/>
          </a:xfrm>
          <a:prstGeom prst="rect">
            <a:avLst/>
          </a:prstGeom>
        </p:spPr>
      </p:pic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D6C94BB-3BEE-4179-CF3C-B4EB174712B9}"/>
              </a:ext>
            </a:extLst>
          </p:cNvPr>
          <p:cNvSpPr/>
          <p:nvPr/>
        </p:nvSpPr>
        <p:spPr>
          <a:xfrm>
            <a:off x="7936710" y="-1"/>
            <a:ext cx="4255290" cy="6857990"/>
          </a:xfrm>
          <a:custGeom>
            <a:avLst/>
            <a:gdLst>
              <a:gd name="csX0" fmla="*/ 303288 w 4255290"/>
              <a:gd name="csY0" fmla="*/ 0 h 6857990"/>
              <a:gd name="csX1" fmla="*/ 4255290 w 4255290"/>
              <a:gd name="csY1" fmla="*/ 0 h 6857990"/>
              <a:gd name="csX2" fmla="*/ 4255290 w 4255290"/>
              <a:gd name="csY2" fmla="*/ 6857990 h 6857990"/>
              <a:gd name="csX3" fmla="*/ 554981 w 4255290"/>
              <a:gd name="csY3" fmla="*/ 6857990 h 6857990"/>
              <a:gd name="csX4" fmla="*/ 602453 w 4255290"/>
              <a:gd name="csY4" fmla="*/ 6704262 h 6857990"/>
              <a:gd name="csX5" fmla="*/ 635790 w 4255290"/>
              <a:gd name="csY5" fmla="*/ 6248401 h 6857990"/>
              <a:gd name="csX6" fmla="*/ 7140 w 4255290"/>
              <a:gd name="csY6" fmla="*/ 3943351 h 6857990"/>
              <a:gd name="csX7" fmla="*/ 1112040 w 4255290"/>
              <a:gd name="csY7" fmla="*/ 2038351 h 6857990"/>
              <a:gd name="csX8" fmla="*/ 426240 w 4255290"/>
              <a:gd name="csY8" fmla="*/ 685801 h 6857990"/>
              <a:gd name="csX9" fmla="*/ 303606 w 4255290"/>
              <a:gd name="csY9" fmla="*/ 21432 h 6857990"/>
              <a:gd name="csX10" fmla="*/ 303288 w 4255290"/>
              <a:gd name="csY10" fmla="*/ 0 h 68579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255290" h="6857990">
                <a:moveTo>
                  <a:pt x="303288" y="0"/>
                </a:moveTo>
                <a:lnTo>
                  <a:pt x="4255290" y="0"/>
                </a:lnTo>
                <a:lnTo>
                  <a:pt x="4255290" y="6857990"/>
                </a:lnTo>
                <a:lnTo>
                  <a:pt x="554981" y="6857990"/>
                </a:lnTo>
                <a:lnTo>
                  <a:pt x="602453" y="6704262"/>
                </a:lnTo>
                <a:cubicBezTo>
                  <a:pt x="640156" y="6559154"/>
                  <a:pt x="661190" y="6406357"/>
                  <a:pt x="635790" y="6248401"/>
                </a:cubicBezTo>
                <a:cubicBezTo>
                  <a:pt x="534190" y="5616576"/>
                  <a:pt x="-72235" y="4645026"/>
                  <a:pt x="7140" y="3943351"/>
                </a:cubicBezTo>
                <a:cubicBezTo>
                  <a:pt x="86515" y="3241676"/>
                  <a:pt x="1042190" y="2581276"/>
                  <a:pt x="1112040" y="2038351"/>
                </a:cubicBezTo>
                <a:cubicBezTo>
                  <a:pt x="1181890" y="1495426"/>
                  <a:pt x="543715" y="1104901"/>
                  <a:pt x="426240" y="685801"/>
                </a:cubicBezTo>
                <a:cubicBezTo>
                  <a:pt x="367503" y="476251"/>
                  <a:pt x="316703" y="234951"/>
                  <a:pt x="303606" y="21432"/>
                </a:cubicBezTo>
                <a:lnTo>
                  <a:pt x="303288" y="0"/>
                </a:lnTo>
                <a:close/>
              </a:path>
            </a:pathLst>
          </a:cu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628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516755D6-BA8F-FED3-A5FD-32DBAEB414A5}"/>
              </a:ext>
            </a:extLst>
          </p:cNvPr>
          <p:cNvSpPr/>
          <p:nvPr/>
        </p:nvSpPr>
        <p:spPr>
          <a:xfrm>
            <a:off x="9511553" y="667870"/>
            <a:ext cx="5360894" cy="5522260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4137A0-0D23-D23B-0677-4710D91ADD8C}"/>
              </a:ext>
            </a:extLst>
          </p:cNvPr>
          <p:cNvSpPr txBox="1"/>
          <p:nvPr/>
        </p:nvSpPr>
        <p:spPr>
          <a:xfrm>
            <a:off x="257175" y="1136088"/>
            <a:ext cx="4542689" cy="230832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Aptos ExtraBold" panose="020B0004020202020204" pitchFamily="34" charset="0"/>
              </a:rPr>
              <a:t>For Member customers at Branch </a:t>
            </a:r>
            <a:r>
              <a:rPr lang="en-US" dirty="0">
                <a:highlight>
                  <a:srgbClr val="808000"/>
                </a:highlight>
                <a:latin typeface="Aptos ExtraBold" panose="020B0004020202020204" pitchFamily="34" charset="0"/>
              </a:rPr>
              <a:t>A</a:t>
            </a:r>
            <a:r>
              <a:rPr lang="en-US" dirty="0">
                <a:latin typeface="Aptos ExtraBold" panose="020B0004020202020204" pitchFamily="34" charset="0"/>
              </a:rPr>
              <a:t>, performance is solid with total sales exceeding </a:t>
            </a:r>
            <a:r>
              <a:rPr lang="en-US" dirty="0">
                <a:highlight>
                  <a:srgbClr val="808000"/>
                </a:highlight>
                <a:latin typeface="Aptos ExtraBold" panose="020B0004020202020204" pitchFamily="34" charset="0"/>
              </a:rPr>
              <a:t>53K</a:t>
            </a:r>
            <a:r>
              <a:rPr lang="en-US" dirty="0">
                <a:latin typeface="Aptos ExtraBold" panose="020B0004020202020204" pitchFamily="34" charset="0"/>
              </a:rPr>
              <a:t>. The top-performing product categories are "Home and lifestyle" and "Sports and travel." The most popular payment method is E-wallet, and customer satisfaction is good with an average rating of </a:t>
            </a:r>
            <a:r>
              <a:rPr lang="en-US" dirty="0">
                <a:highlight>
                  <a:srgbClr val="808000"/>
                </a:highlight>
                <a:latin typeface="Aptos ExtraBold" panose="020B0004020202020204" pitchFamily="34" charset="0"/>
              </a:rPr>
              <a:t>7.0</a:t>
            </a:r>
            <a:r>
              <a:rPr lang="en-US" dirty="0">
                <a:latin typeface="Aptos ExtraBold" panose="020B0004020202020204" pitchFamily="34" charset="0"/>
              </a:rPr>
              <a:t> out of </a:t>
            </a:r>
            <a:r>
              <a:rPr lang="en-US" dirty="0">
                <a:highlight>
                  <a:srgbClr val="808000"/>
                </a:highlight>
                <a:latin typeface="Aptos ExtraBold" panose="020B0004020202020204" pitchFamily="34" charset="0"/>
              </a:rPr>
              <a:t>10</a:t>
            </a:r>
            <a:r>
              <a:rPr lang="en-US" dirty="0">
                <a:latin typeface="Aptos ExtraBold" panose="020B0004020202020204" pitchFamily="34" charset="0"/>
              </a:rPr>
              <a:t>.</a:t>
            </a:r>
            <a:endParaRPr lang="en-US" dirty="0">
              <a:effectLst/>
              <a:latin typeface="Aptos ExtraBold" panose="020B0004020202020204" pitchFamily="34" charset="0"/>
            </a:endParaRPr>
          </a:p>
        </p:txBody>
      </p:sp>
      <p:pic>
        <p:nvPicPr>
          <p:cNvPr id="3" name="Picture 2" descr="A screenshot of a sales dashboard&#10;&#10;AI-generated content may be incorrect.">
            <a:extLst>
              <a:ext uri="{FF2B5EF4-FFF2-40B4-BE49-F238E27FC236}">
                <a16:creationId xmlns:a16="http://schemas.microsoft.com/office/drawing/2014/main" id="{5F9A5F8C-6FAF-D5F8-8522-0C79996C0F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83" y="3669353"/>
            <a:ext cx="5020221" cy="2800719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0BE590-450C-25B3-4B06-6F7417CEC57B}"/>
              </a:ext>
            </a:extLst>
          </p:cNvPr>
          <p:cNvSpPr txBox="1"/>
          <p:nvPr/>
        </p:nvSpPr>
        <p:spPr>
          <a:xfrm>
            <a:off x="257175" y="387928"/>
            <a:ext cx="36438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ExtraBold" panose="020B0004020202020204" pitchFamily="34" charset="0"/>
              </a:rPr>
              <a:t>Dashboard Overview</a:t>
            </a:r>
            <a:endParaRPr lang="en-US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06C581-0081-A7AB-AD3F-280F6F3531BD}"/>
              </a:ext>
            </a:extLst>
          </p:cNvPr>
          <p:cNvSpPr txBox="1"/>
          <p:nvPr/>
        </p:nvSpPr>
        <p:spPr>
          <a:xfrm rot="20356548">
            <a:off x="9658719" y="2290250"/>
            <a:ext cx="1117614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dirty="0">
                <a:solidFill>
                  <a:schemeClr val="accent5">
                    <a:lumMod val="60000"/>
                    <a:lumOff val="40000"/>
                  </a:schemeClr>
                </a:solidFill>
                <a:effectLst>
                  <a:outerShdw blurRad="50800" dist="38100" dir="16200000" rotWithShape="0">
                    <a:prstClr val="black">
                      <a:alpha val="40000"/>
                    </a:prstClr>
                  </a:outerShdw>
                </a:effectLst>
                <a:latin typeface="Aptos ExtraBold" panose="020B0004020202020204" pitchFamily="34" charset="0"/>
              </a:rPr>
              <a:t>A</a:t>
            </a:r>
            <a:endParaRPr lang="en-US" dirty="0">
              <a:solidFill>
                <a:schemeClr val="accent5">
                  <a:lumMod val="60000"/>
                  <a:lumOff val="40000"/>
                </a:schemeClr>
              </a:solidFill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  <a:latin typeface="Aptos ExtraBold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838D63-DD28-435D-906B-95A37CEDC2EF}"/>
              </a:ext>
            </a:extLst>
          </p:cNvPr>
          <p:cNvSpPr txBox="1"/>
          <p:nvPr/>
        </p:nvSpPr>
        <p:spPr>
          <a:xfrm rot="19648883">
            <a:off x="11332699" y="327397"/>
            <a:ext cx="1234633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dirty="0">
                <a:latin typeface="Aptos ExtraBold" panose="020B0004020202020204" pitchFamily="34" charset="0"/>
              </a:rPr>
              <a:t>C</a:t>
            </a:r>
            <a:endParaRPr lang="en-US" dirty="0">
              <a:latin typeface="Aptos ExtraBold" panose="020B00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B50BAF-2ADB-DBC1-8287-48CA899C5E1A}"/>
              </a:ext>
            </a:extLst>
          </p:cNvPr>
          <p:cNvSpPr txBox="1"/>
          <p:nvPr/>
        </p:nvSpPr>
        <p:spPr>
          <a:xfrm rot="630449">
            <a:off x="10255958" y="929022"/>
            <a:ext cx="1117614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dirty="0">
                <a:latin typeface="Aptos ExtraBold" panose="020B0004020202020204" pitchFamily="34" charset="0"/>
              </a:rPr>
              <a:t>B</a:t>
            </a:r>
            <a:endParaRPr lang="en-US" dirty="0">
              <a:latin typeface="Aptos ExtraBold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31892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12D35-8DFE-3EDD-087B-65A9E8704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F87B1A1E-2715-4DF5-83D4-3253AFF10C12}"/>
              </a:ext>
            </a:extLst>
          </p:cNvPr>
          <p:cNvSpPr/>
          <p:nvPr/>
        </p:nvSpPr>
        <p:spPr>
          <a:xfrm>
            <a:off x="9511553" y="667870"/>
            <a:ext cx="5360894" cy="5522260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72BABD-26DA-29E0-D177-A6CC9CE5AD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5" b="695"/>
          <a:stretch/>
        </p:blipFill>
        <p:spPr>
          <a:xfrm>
            <a:off x="540383" y="3669353"/>
            <a:ext cx="5020221" cy="2800719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A11569-D2EE-87BD-ABEE-039F4A2A3018}"/>
              </a:ext>
            </a:extLst>
          </p:cNvPr>
          <p:cNvSpPr txBox="1"/>
          <p:nvPr/>
        </p:nvSpPr>
        <p:spPr>
          <a:xfrm rot="1655001">
            <a:off x="10255957" y="3738050"/>
            <a:ext cx="1117614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dirty="0">
                <a:latin typeface="Aptos ExtraBold" panose="020B0004020202020204" pitchFamily="34" charset="0"/>
              </a:rPr>
              <a:t>A</a:t>
            </a:r>
            <a:endParaRPr lang="en-US" dirty="0">
              <a:latin typeface="Aptos ExtraBold" panose="020B00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FD3AEF-AE72-BC3E-CDD7-CED73256DE17}"/>
              </a:ext>
            </a:extLst>
          </p:cNvPr>
          <p:cNvSpPr txBox="1"/>
          <p:nvPr/>
        </p:nvSpPr>
        <p:spPr>
          <a:xfrm rot="18669366">
            <a:off x="10197449" y="853755"/>
            <a:ext cx="1234633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dirty="0">
                <a:latin typeface="Aptos ExtraBold" panose="020B0004020202020204" pitchFamily="34" charset="0"/>
              </a:rPr>
              <a:t>C</a:t>
            </a:r>
            <a:endParaRPr lang="en-US" dirty="0">
              <a:latin typeface="Aptos ExtraBold" panose="020B00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D10625-778A-7F22-1303-B4F7541193A0}"/>
              </a:ext>
            </a:extLst>
          </p:cNvPr>
          <p:cNvSpPr txBox="1"/>
          <p:nvPr/>
        </p:nvSpPr>
        <p:spPr>
          <a:xfrm rot="20987588">
            <a:off x="9671967" y="2341459"/>
            <a:ext cx="1117614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dirty="0">
                <a:solidFill>
                  <a:schemeClr val="accent5">
                    <a:lumMod val="60000"/>
                    <a:lumOff val="40000"/>
                  </a:schemeClr>
                </a:solidFill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  <a:latin typeface="Aptos ExtraBold" panose="020B0004020202020204" pitchFamily="34" charset="0"/>
              </a:rPr>
              <a:t>B</a:t>
            </a:r>
            <a:endParaRPr lang="en-US" dirty="0">
              <a:solidFill>
                <a:schemeClr val="accent5">
                  <a:lumMod val="60000"/>
                  <a:lumOff val="40000"/>
                </a:schemeClr>
              </a:solidFill>
              <a:effectLst>
                <a:outerShdw blurRad="50800" dist="38100" algn="l" rotWithShape="0">
                  <a:prstClr val="black">
                    <a:alpha val="40000"/>
                  </a:prstClr>
                </a:outerShdw>
              </a:effectLst>
              <a:latin typeface="Aptos ExtraBold" panose="020B00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5CD260-E53D-FA4D-7C98-7170A2ED8636}"/>
              </a:ext>
            </a:extLst>
          </p:cNvPr>
          <p:cNvSpPr txBox="1"/>
          <p:nvPr/>
        </p:nvSpPr>
        <p:spPr>
          <a:xfrm>
            <a:off x="257175" y="387928"/>
            <a:ext cx="36438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ExtraBold" panose="020B0004020202020204" pitchFamily="34" charset="0"/>
              </a:rPr>
              <a:t>Dashboard Overview</a:t>
            </a:r>
            <a:endParaRPr lang="en-US" sz="2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2BD8C6C-9C50-CCE6-24A0-682E1ED6DB00}"/>
              </a:ext>
            </a:extLst>
          </p:cNvPr>
          <p:cNvSpPr txBox="1"/>
          <p:nvPr/>
        </p:nvSpPr>
        <p:spPr>
          <a:xfrm>
            <a:off x="257175" y="1136088"/>
            <a:ext cx="5734050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Aptos ExtraBold" panose="020B0004020202020204" pitchFamily="34" charset="0"/>
              </a:rPr>
              <a:t>For Member customers at Branch B, total sales are very close to Branch A (</a:t>
            </a:r>
            <a:r>
              <a:rPr lang="en-US" dirty="0">
                <a:highlight>
                  <a:srgbClr val="808000"/>
                </a:highlight>
                <a:latin typeface="Aptos ExtraBold" panose="020B0004020202020204" pitchFamily="34" charset="0"/>
              </a:rPr>
              <a:t>53.70K</a:t>
            </a:r>
            <a:r>
              <a:rPr lang="en-US" dirty="0">
                <a:latin typeface="Aptos ExtraBold" panose="020B0004020202020204" pitchFamily="34" charset="0"/>
              </a:rPr>
              <a:t> vs </a:t>
            </a:r>
            <a:r>
              <a:rPr lang="en-US" dirty="0">
                <a:highlight>
                  <a:srgbClr val="808000"/>
                </a:highlight>
                <a:latin typeface="Aptos ExtraBold" panose="020B0004020202020204" pitchFamily="34" charset="0"/>
              </a:rPr>
              <a:t>53.64K</a:t>
            </a:r>
            <a:r>
              <a:rPr lang="en-US" dirty="0">
                <a:latin typeface="Aptos ExtraBold" panose="020B0004020202020204" pitchFamily="34" charset="0"/>
              </a:rPr>
              <a:t> previously). Top categories here are "Health and beauty" and "Sports and travel," with Credit card being the most popular payment method. Average customer rating is slightly lower at </a:t>
            </a:r>
            <a:r>
              <a:rPr lang="en-US" dirty="0">
                <a:highlight>
                  <a:srgbClr val="808000"/>
                </a:highlight>
                <a:latin typeface="Aptos ExtraBold" panose="020B0004020202020204" pitchFamily="34" charset="0"/>
              </a:rPr>
              <a:t>6.77 </a:t>
            </a:r>
            <a:r>
              <a:rPr lang="en-US" dirty="0">
                <a:latin typeface="Aptos ExtraBold" panose="020B0004020202020204" pitchFamily="34" charset="0"/>
              </a:rPr>
              <a:t>compared to Branch A's </a:t>
            </a:r>
            <a:r>
              <a:rPr lang="en-US" dirty="0">
                <a:highlight>
                  <a:srgbClr val="808000"/>
                </a:highlight>
                <a:latin typeface="Aptos ExtraBold" panose="020B0004020202020204" pitchFamily="34" charset="0"/>
              </a:rPr>
              <a:t>7.00</a:t>
            </a:r>
            <a:r>
              <a:rPr lang="en-US" dirty="0">
                <a:latin typeface="Aptos ExtraBold" panose="020B00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17402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8C8BE-6565-7880-C415-9F79254EA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4D171A7C-16F4-ACE9-95AD-ED3785BF5E12}"/>
              </a:ext>
            </a:extLst>
          </p:cNvPr>
          <p:cNvSpPr/>
          <p:nvPr/>
        </p:nvSpPr>
        <p:spPr>
          <a:xfrm>
            <a:off x="9511553" y="667870"/>
            <a:ext cx="5360894" cy="5522260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8ED2CE-E6F7-53F0-AEEB-E22135BFD3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5" b="635"/>
          <a:stretch/>
        </p:blipFill>
        <p:spPr>
          <a:xfrm>
            <a:off x="540383" y="3669353"/>
            <a:ext cx="5020221" cy="2800719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E49070-EC14-B421-1F88-C9EF057ED00B}"/>
              </a:ext>
            </a:extLst>
          </p:cNvPr>
          <p:cNvSpPr txBox="1"/>
          <p:nvPr/>
        </p:nvSpPr>
        <p:spPr>
          <a:xfrm rot="21134409">
            <a:off x="11304258" y="4565113"/>
            <a:ext cx="1117614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dirty="0">
                <a:latin typeface="Aptos ExtraBold" panose="020B0004020202020204" pitchFamily="34" charset="0"/>
              </a:rPr>
              <a:t>A</a:t>
            </a:r>
            <a:endParaRPr lang="en-US" dirty="0">
              <a:latin typeface="Aptos ExtraBold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55BB86-C4C1-C546-C4AF-FE2EDD3E8BB3}"/>
              </a:ext>
            </a:extLst>
          </p:cNvPr>
          <p:cNvSpPr txBox="1"/>
          <p:nvPr/>
        </p:nvSpPr>
        <p:spPr>
          <a:xfrm rot="972817">
            <a:off x="9582974" y="2403654"/>
            <a:ext cx="1234633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dirty="0">
                <a:solidFill>
                  <a:schemeClr val="accent5">
                    <a:lumMod val="60000"/>
                    <a:lumOff val="40000"/>
                  </a:schemeClr>
                </a:solidFill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  <a:latin typeface="Aptos ExtraBold" panose="020B0004020202020204" pitchFamily="34" charset="0"/>
              </a:rPr>
              <a:t>C</a:t>
            </a:r>
            <a:endParaRPr lang="en-US" dirty="0">
              <a:solidFill>
                <a:schemeClr val="accent5">
                  <a:lumMod val="60000"/>
                  <a:lumOff val="40000"/>
                </a:schemeClr>
              </a:solidFill>
              <a:effectLst>
                <a:outerShdw blurRad="50800" dist="38100" algn="l" rotWithShape="0">
                  <a:prstClr val="black">
                    <a:alpha val="40000"/>
                  </a:prstClr>
                </a:outerShdw>
              </a:effectLst>
              <a:latin typeface="Aptos ExtraBold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0E6B4A-52B7-A0BF-2F9E-0EA3B0EFE662}"/>
              </a:ext>
            </a:extLst>
          </p:cNvPr>
          <p:cNvSpPr txBox="1"/>
          <p:nvPr/>
        </p:nvSpPr>
        <p:spPr>
          <a:xfrm rot="1406801">
            <a:off x="10377866" y="3738050"/>
            <a:ext cx="1117614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dirty="0">
                <a:latin typeface="Aptos ExtraBold" panose="020B0004020202020204" pitchFamily="34" charset="0"/>
              </a:rPr>
              <a:t>B</a:t>
            </a:r>
            <a:endParaRPr lang="en-US" dirty="0">
              <a:latin typeface="Aptos ExtraBold" panose="020B00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77D05-164F-B50C-5E53-2A8561BD19DC}"/>
              </a:ext>
            </a:extLst>
          </p:cNvPr>
          <p:cNvSpPr txBox="1"/>
          <p:nvPr/>
        </p:nvSpPr>
        <p:spPr>
          <a:xfrm>
            <a:off x="257175" y="387928"/>
            <a:ext cx="36438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ptos ExtraBold" panose="020B0004020202020204" pitchFamily="34" charset="0"/>
              </a:rPr>
              <a:t>Dashboard Overview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E2C7D5-D868-4671-8E1D-FB5760732B4F}"/>
              </a:ext>
            </a:extLst>
          </p:cNvPr>
          <p:cNvSpPr txBox="1"/>
          <p:nvPr/>
        </p:nvSpPr>
        <p:spPr>
          <a:xfrm>
            <a:off x="257175" y="975654"/>
            <a:ext cx="5734050" cy="258532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Aptos ExtraBold" panose="020B0004020202020204" pitchFamily="34" charset="0"/>
              </a:rPr>
              <a:t>Branch </a:t>
            </a:r>
            <a:r>
              <a:rPr lang="en-US" dirty="0">
                <a:highlight>
                  <a:srgbClr val="808000"/>
                </a:highlight>
                <a:latin typeface="Aptos ExtraBold" panose="020B0004020202020204" pitchFamily="34" charset="0"/>
              </a:rPr>
              <a:t>C</a:t>
            </a:r>
            <a:r>
              <a:rPr lang="en-US" dirty="0">
                <a:latin typeface="Aptos ExtraBold" panose="020B0004020202020204" pitchFamily="34" charset="0"/>
              </a:rPr>
              <a:t> shows the highest total sales among the three branches for Member customers (</a:t>
            </a:r>
            <a:r>
              <a:rPr lang="en-US" dirty="0">
                <a:highlight>
                  <a:srgbClr val="808000"/>
                </a:highlight>
                <a:latin typeface="Aptos ExtraBold" panose="020B0004020202020204" pitchFamily="34" charset="0"/>
              </a:rPr>
              <a:t>56.88K</a:t>
            </a:r>
            <a:r>
              <a:rPr lang="en-US" dirty="0">
                <a:latin typeface="Aptos ExtraBold" panose="020B0004020202020204" pitchFamily="34" charset="0"/>
              </a:rPr>
              <a:t>), slightly ahead of Branch </a:t>
            </a:r>
            <a:r>
              <a:rPr lang="en-US" dirty="0">
                <a:highlight>
                  <a:srgbClr val="808000"/>
                </a:highlight>
                <a:latin typeface="Aptos ExtraBold" panose="020B0004020202020204" pitchFamily="34" charset="0"/>
              </a:rPr>
              <a:t>A</a:t>
            </a:r>
            <a:r>
              <a:rPr lang="en-US" dirty="0">
                <a:latin typeface="Aptos ExtraBold" panose="020B0004020202020204" pitchFamily="34" charset="0"/>
              </a:rPr>
              <a:t> (</a:t>
            </a:r>
            <a:r>
              <a:rPr lang="en-US" dirty="0">
                <a:highlight>
                  <a:srgbClr val="808000"/>
                </a:highlight>
                <a:latin typeface="Aptos ExtraBold" panose="020B0004020202020204" pitchFamily="34" charset="0"/>
              </a:rPr>
              <a:t>53.64K</a:t>
            </a:r>
            <a:r>
              <a:rPr lang="en-US" dirty="0">
                <a:latin typeface="Aptos ExtraBold" panose="020B0004020202020204" pitchFamily="34" charset="0"/>
              </a:rPr>
              <a:t>) and Branch </a:t>
            </a:r>
            <a:r>
              <a:rPr lang="en-US" dirty="0">
                <a:highlight>
                  <a:srgbClr val="808000"/>
                </a:highlight>
                <a:latin typeface="Aptos ExtraBold" panose="020B0004020202020204" pitchFamily="34" charset="0"/>
              </a:rPr>
              <a:t>B</a:t>
            </a:r>
            <a:r>
              <a:rPr lang="en-US" dirty="0">
                <a:latin typeface="Aptos ExtraBold" panose="020B0004020202020204" pitchFamily="34" charset="0"/>
              </a:rPr>
              <a:t> (</a:t>
            </a:r>
            <a:r>
              <a:rPr lang="en-US" dirty="0">
                <a:highlight>
                  <a:srgbClr val="808000"/>
                </a:highlight>
                <a:latin typeface="Aptos ExtraBold" panose="020B0004020202020204" pitchFamily="34" charset="0"/>
              </a:rPr>
              <a:t>53.70K</a:t>
            </a:r>
            <a:r>
              <a:rPr lang="en-US" dirty="0">
                <a:latin typeface="Aptos ExtraBold" panose="020B0004020202020204" pitchFamily="34" charset="0"/>
              </a:rPr>
              <a:t>). Top categories are "Food and beverages" and "Fashion accessories." Payment methods are fairly balanced, with Cash and E-wallet nearly tied as the most popular. Customer satisfaction is solid with the highest average rating of </a:t>
            </a:r>
            <a:r>
              <a:rPr lang="en-US" dirty="0">
                <a:highlight>
                  <a:srgbClr val="808000"/>
                </a:highlight>
                <a:latin typeface="Aptos ExtraBold" panose="020B0004020202020204" pitchFamily="34" charset="0"/>
              </a:rPr>
              <a:t>7.05</a:t>
            </a:r>
            <a:r>
              <a:rPr lang="en-US" dirty="0">
                <a:latin typeface="Aptos ExtraBold" panose="020B0004020202020204" pitchFamily="34" charset="0"/>
              </a:rPr>
              <a:t> across the branches.</a:t>
            </a:r>
            <a:endParaRPr lang="en-US" dirty="0">
              <a:effectLst/>
              <a:latin typeface="Aptos ExtraBold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76171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24">
            <a:extLst>
              <a:ext uri="{FF2B5EF4-FFF2-40B4-BE49-F238E27FC236}">
                <a16:creationId xmlns:a16="http://schemas.microsoft.com/office/drawing/2014/main" id="{B4A8555D-2DFF-E6D8-3698-67C06B770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>
                <a:latin typeface="Aptos ExtraBold" panose="020B0004020202020204" pitchFamily="34" charset="0"/>
              </a:rPr>
              <a:t>Branches</a:t>
            </a:r>
          </a:p>
        </p:txBody>
      </p:sp>
      <p:pic>
        <p:nvPicPr>
          <p:cNvPr id="3" name="Content Placeholder 2" descr="A screenshot of a spreadsheet&#10;&#10;AI-generated content may be incorrect.">
            <a:extLst>
              <a:ext uri="{FF2B5EF4-FFF2-40B4-BE49-F238E27FC236}">
                <a16:creationId xmlns:a16="http://schemas.microsoft.com/office/drawing/2014/main" id="{BA0940D3-97CD-5630-9E2C-1D486494B45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750933" y="1901825"/>
            <a:ext cx="2980666" cy="4351338"/>
          </a:xfrm>
          <a:noFill/>
        </p:spPr>
      </p:pic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1E42FE3-72C0-8885-D01D-FC08E0DEC2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511314" y="1901825"/>
            <a:ext cx="5181600" cy="32893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Aptos ExtraBold" panose="020B0004020202020204" pitchFamily="34" charset="0"/>
              </a:rPr>
              <a:t>By transforming sales data into actionable insights, the supermarket can improve operational efficiency, enhance customer satisfaction, and drive sustainable revenue growth.</a:t>
            </a:r>
          </a:p>
        </p:txBody>
      </p:sp>
    </p:spTree>
    <p:extLst>
      <p:ext uri="{BB962C8B-B14F-4D97-AF65-F5344CB8AC3E}">
        <p14:creationId xmlns:p14="http://schemas.microsoft.com/office/powerpoint/2010/main" val="38119506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9D9C2-F765-71FF-4ADC-08038F9F7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24">
            <a:extLst>
              <a:ext uri="{FF2B5EF4-FFF2-40B4-BE49-F238E27FC236}">
                <a16:creationId xmlns:a16="http://schemas.microsoft.com/office/drawing/2014/main" id="{C06EB0E3-8AB8-CCA7-740E-FFC89A0B4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>
                <a:latin typeface="Aptos ExtraBold" panose="020B0004020202020204" pitchFamily="34" charset="0"/>
              </a:rPr>
              <a:t>Branches</a:t>
            </a:r>
          </a:p>
        </p:txBody>
      </p:sp>
      <p:pic>
        <p:nvPicPr>
          <p:cNvPr id="3" name="Content Placeholder 2" descr="A screenshot of a spreadsheet&#10;&#10;AI-generated content may be incorrect.">
            <a:extLst>
              <a:ext uri="{FF2B5EF4-FFF2-40B4-BE49-F238E27FC236}">
                <a16:creationId xmlns:a16="http://schemas.microsoft.com/office/drawing/2014/main" id="{CEA2390F-44BD-DBD0-3D81-5803D6AE253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667" y="1825625"/>
            <a:ext cx="2980666" cy="4351338"/>
          </a:xfrm>
          <a:noFill/>
        </p:spPr>
      </p:pic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37825FB1-2589-91B8-4DB0-7A402FC160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1901825"/>
            <a:ext cx="5181600" cy="32893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Aptos ExtraBold" panose="020B0004020202020204" pitchFamily="34" charset="0"/>
              </a:rPr>
              <a:t>By transforming sales data into actionable insights, the supermarket can improve operational efficiency, enhance customer satisfaction, and drive sustainable revenue growth.</a:t>
            </a:r>
          </a:p>
        </p:txBody>
      </p:sp>
    </p:spTree>
    <p:extLst>
      <p:ext uri="{BB962C8B-B14F-4D97-AF65-F5344CB8AC3E}">
        <p14:creationId xmlns:p14="http://schemas.microsoft.com/office/powerpoint/2010/main" val="39450506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11AF2-3B90-0765-1A40-7A3AEBDF9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578E2-36F9-31AC-2963-F76959695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0160" y="640080"/>
            <a:ext cx="10087699" cy="1280160"/>
          </a:xfrm>
        </p:spPr>
        <p:txBody>
          <a:bodyPr anchor="b" anchorCtr="0"/>
          <a:lstStyle/>
          <a:p>
            <a:r>
              <a:rPr lang="en-US" dirty="0">
                <a:latin typeface="Aptos ExtraBold" panose="020B0004020202020204" pitchFamily="34" charset="0"/>
              </a:rPr>
              <a:t>Male Member Excel in every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Aptos ExtraBold" panose="020B0004020202020204" pitchFamily="34" charset="0"/>
              </a:rPr>
              <a:t>Branch</a:t>
            </a:r>
          </a:p>
        </p:txBody>
      </p:sp>
      <p:graphicFrame>
        <p:nvGraphicFramePr>
          <p:cNvPr id="6" name="Table Placeholder 3">
            <a:extLst>
              <a:ext uri="{FF2B5EF4-FFF2-40B4-BE49-F238E27FC236}">
                <a16:creationId xmlns:a16="http://schemas.microsoft.com/office/drawing/2014/main" id="{A57B9F3A-B5B0-C796-3DFA-7FB7D59A88C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81663016"/>
              </p:ext>
            </p:extLst>
          </p:nvPr>
        </p:nvGraphicFramePr>
        <p:xfrm>
          <a:off x="902228" y="7185906"/>
          <a:ext cx="10387544" cy="3357271"/>
        </p:xfrm>
        <a:graphic>
          <a:graphicData uri="http://schemas.openxmlformats.org/drawingml/2006/table">
            <a:tbl>
              <a:tblPr firstRow="1" bandRow="1">
                <a:tableStyleId>{FABFCF23-3B69-468F-B69F-88F6DE6A72F2}</a:tableStyleId>
              </a:tblPr>
              <a:tblGrid>
                <a:gridCol w="2596886">
                  <a:extLst>
                    <a:ext uri="{9D8B030D-6E8A-4147-A177-3AD203B41FA5}">
                      <a16:colId xmlns:a16="http://schemas.microsoft.com/office/drawing/2014/main" val="2382218087"/>
                    </a:ext>
                  </a:extLst>
                </a:gridCol>
                <a:gridCol w="2596886">
                  <a:extLst>
                    <a:ext uri="{9D8B030D-6E8A-4147-A177-3AD203B41FA5}">
                      <a16:colId xmlns:a16="http://schemas.microsoft.com/office/drawing/2014/main" val="3953468724"/>
                    </a:ext>
                  </a:extLst>
                </a:gridCol>
                <a:gridCol w="2596886">
                  <a:extLst>
                    <a:ext uri="{9D8B030D-6E8A-4147-A177-3AD203B41FA5}">
                      <a16:colId xmlns:a16="http://schemas.microsoft.com/office/drawing/2014/main" val="4277526474"/>
                    </a:ext>
                  </a:extLst>
                </a:gridCol>
                <a:gridCol w="2596886">
                  <a:extLst>
                    <a:ext uri="{9D8B030D-6E8A-4147-A177-3AD203B41FA5}">
                      <a16:colId xmlns:a16="http://schemas.microsoft.com/office/drawing/2014/main" val="2438884888"/>
                    </a:ext>
                  </a:extLst>
                </a:gridCol>
              </a:tblGrid>
              <a:tr h="6685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Row Labels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Sum of total2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Count of branch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rgbClr val="000000"/>
                          </a:solidFill>
                          <a:effectLst/>
                        </a:rPr>
                        <a:t>Sum of quantity</a:t>
                      </a:r>
                      <a:endParaRPr lang="en-US" sz="24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57107962"/>
                  </a:ext>
                </a:extLst>
              </a:tr>
              <a:tr h="6685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Mandalay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26854.254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80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445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71386868"/>
                  </a:ext>
                </a:extLst>
              </a:tr>
              <a:tr h="6685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Naypyitaw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22227.8385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73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349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0626418"/>
                  </a:ext>
                </a:extLst>
              </a:tr>
              <a:tr h="68301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Yangon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26994.408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87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499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32482967"/>
                  </a:ext>
                </a:extLst>
              </a:tr>
              <a:tr h="6685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rgbClr val="000000"/>
                          </a:solidFill>
                          <a:effectLst/>
                        </a:rPr>
                        <a:t>Grand Total</a:t>
                      </a:r>
                      <a:endParaRPr lang="en-US" sz="24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rgbClr val="000000"/>
                          </a:solidFill>
                          <a:effectLst/>
                        </a:rPr>
                        <a:t>76076.5005</a:t>
                      </a:r>
                      <a:endParaRPr lang="en-US" sz="24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240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1293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362519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627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095511-FF9A-FDF3-B943-4057E7835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96FD2-A8A6-79A5-D076-6D4C7C7340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0160" y="640080"/>
            <a:ext cx="10087699" cy="1280160"/>
          </a:xfrm>
        </p:spPr>
        <p:txBody>
          <a:bodyPr anchor="b" anchorCtr="0"/>
          <a:lstStyle/>
          <a:p>
            <a:r>
              <a:rPr lang="en-US" dirty="0">
                <a:latin typeface="Aptos ExtraBold" panose="020B0004020202020204" pitchFamily="34" charset="0"/>
              </a:rPr>
              <a:t>Male Member Excel in every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Aptos ExtraBold" panose="020B0004020202020204" pitchFamily="34" charset="0"/>
              </a:rPr>
              <a:t>Branch</a:t>
            </a:r>
          </a:p>
        </p:txBody>
      </p:sp>
      <p:graphicFrame>
        <p:nvGraphicFramePr>
          <p:cNvPr id="6" name="Table Placeholder 3">
            <a:extLst>
              <a:ext uri="{FF2B5EF4-FFF2-40B4-BE49-F238E27FC236}">
                <a16:creationId xmlns:a16="http://schemas.microsoft.com/office/drawing/2014/main" id="{A18B4BCC-97EB-5E7B-5E3F-4783D5747EF0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902228" y="2860649"/>
          <a:ext cx="10387544" cy="3357271"/>
        </p:xfrm>
        <a:graphic>
          <a:graphicData uri="http://schemas.openxmlformats.org/drawingml/2006/table">
            <a:tbl>
              <a:tblPr firstRow="1" bandRow="1">
                <a:tableStyleId>{FABFCF23-3B69-468F-B69F-88F6DE6A72F2}</a:tableStyleId>
              </a:tblPr>
              <a:tblGrid>
                <a:gridCol w="2596886">
                  <a:extLst>
                    <a:ext uri="{9D8B030D-6E8A-4147-A177-3AD203B41FA5}">
                      <a16:colId xmlns:a16="http://schemas.microsoft.com/office/drawing/2014/main" val="2382218087"/>
                    </a:ext>
                  </a:extLst>
                </a:gridCol>
                <a:gridCol w="2596886">
                  <a:extLst>
                    <a:ext uri="{9D8B030D-6E8A-4147-A177-3AD203B41FA5}">
                      <a16:colId xmlns:a16="http://schemas.microsoft.com/office/drawing/2014/main" val="3953468724"/>
                    </a:ext>
                  </a:extLst>
                </a:gridCol>
                <a:gridCol w="2596886">
                  <a:extLst>
                    <a:ext uri="{9D8B030D-6E8A-4147-A177-3AD203B41FA5}">
                      <a16:colId xmlns:a16="http://schemas.microsoft.com/office/drawing/2014/main" val="4277526474"/>
                    </a:ext>
                  </a:extLst>
                </a:gridCol>
                <a:gridCol w="2596886">
                  <a:extLst>
                    <a:ext uri="{9D8B030D-6E8A-4147-A177-3AD203B41FA5}">
                      <a16:colId xmlns:a16="http://schemas.microsoft.com/office/drawing/2014/main" val="2438884888"/>
                    </a:ext>
                  </a:extLst>
                </a:gridCol>
              </a:tblGrid>
              <a:tr h="6685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Row Labels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Sum of total2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rgbClr val="000000"/>
                          </a:solidFill>
                          <a:effectLst/>
                        </a:rPr>
                        <a:t>Count of branch</a:t>
                      </a:r>
                      <a:endParaRPr lang="en-US" sz="24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rgbClr val="000000"/>
                          </a:solidFill>
                          <a:effectLst/>
                        </a:rPr>
                        <a:t>Sum of quantity</a:t>
                      </a:r>
                      <a:endParaRPr lang="en-US" sz="24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57107962"/>
                  </a:ext>
                </a:extLst>
              </a:tr>
              <a:tr h="6685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Mandalay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26854.254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80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445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71386868"/>
                  </a:ext>
                </a:extLst>
              </a:tr>
              <a:tr h="6685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Naypyitaw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22227.8385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73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349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0626418"/>
                  </a:ext>
                </a:extLst>
              </a:tr>
              <a:tr h="68301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Yangon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26994.408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87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0" u="none" strike="noStrike">
                          <a:solidFill>
                            <a:srgbClr val="000000"/>
                          </a:solidFill>
                          <a:effectLst/>
                        </a:rPr>
                        <a:t>499</a:t>
                      </a: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32482967"/>
                  </a:ext>
                </a:extLst>
              </a:tr>
              <a:tr h="6685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rgbClr val="000000"/>
                          </a:solidFill>
                          <a:effectLst/>
                        </a:rPr>
                        <a:t>Grand Total</a:t>
                      </a:r>
                      <a:endParaRPr lang="en-US" sz="24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>
                          <a:solidFill>
                            <a:srgbClr val="000000"/>
                          </a:solidFill>
                          <a:effectLst/>
                        </a:rPr>
                        <a:t>76076.5005</a:t>
                      </a:r>
                      <a:endParaRPr lang="en-US" sz="24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240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24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1293</a:t>
                      </a:r>
                      <a:endParaRPr lang="en-US" sz="2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362519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29036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oup 53">
            <a:extLst>
              <a:ext uri="{FF2B5EF4-FFF2-40B4-BE49-F238E27FC236}">
                <a16:creationId xmlns:a16="http://schemas.microsoft.com/office/drawing/2014/main" id="{971B1548-22F2-16DC-0DE2-152D8E56BA67}"/>
              </a:ext>
            </a:extLst>
          </p:cNvPr>
          <p:cNvGrpSpPr/>
          <p:nvPr/>
        </p:nvGrpSpPr>
        <p:grpSpPr>
          <a:xfrm>
            <a:off x="-3137647" y="0"/>
            <a:ext cx="3384040" cy="6858000"/>
            <a:chOff x="9168364" y="0"/>
            <a:chExt cx="3384040" cy="6858000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52362664-9C18-1330-007F-F419E7089751}"/>
                </a:ext>
              </a:extLst>
            </p:cNvPr>
            <p:cNvGrpSpPr/>
            <p:nvPr/>
          </p:nvGrpSpPr>
          <p:grpSpPr>
            <a:xfrm>
              <a:off x="9168364" y="0"/>
              <a:ext cx="3384040" cy="6858000"/>
              <a:chOff x="4779714" y="0"/>
              <a:chExt cx="3384040" cy="6858000"/>
            </a:xfrm>
          </p:grpSpPr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AC80B0EB-4EA5-B60C-2FAA-6327DA44109D}"/>
                  </a:ext>
                </a:extLst>
              </p:cNvPr>
              <p:cNvGrpSpPr/>
              <p:nvPr/>
            </p:nvGrpSpPr>
            <p:grpSpPr>
              <a:xfrm>
                <a:off x="4779714" y="0"/>
                <a:ext cx="3096126" cy="6858000"/>
                <a:chOff x="9095874" y="0"/>
                <a:chExt cx="3096126" cy="6858000"/>
              </a:xfrm>
            </p:grpSpPr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470B7192-90E6-446F-565B-6028338D8735}"/>
                    </a:ext>
                  </a:extLst>
                </p:cNvPr>
                <p:cNvSpPr/>
                <p:nvPr/>
              </p:nvSpPr>
              <p:spPr>
                <a:xfrm>
                  <a:off x="9095874" y="0"/>
                  <a:ext cx="3096126" cy="685800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70744143-78F4-8049-068A-F2C3EE862CCD}"/>
                    </a:ext>
                  </a:extLst>
                </p:cNvPr>
                <p:cNvSpPr txBox="1"/>
                <p:nvPr/>
              </p:nvSpPr>
              <p:spPr>
                <a:xfrm>
                  <a:off x="9669984" y="561473"/>
                  <a:ext cx="2074607" cy="101566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6000" dirty="0">
                      <a:latin typeface="Aptos ExtraBold" panose="020B0004020202020204" pitchFamily="34" charset="0"/>
                      <a:ea typeface="ADLaM Display" panose="020F0502020204030204" pitchFamily="2" charset="0"/>
                      <a:cs typeface="ADLaM Display" panose="020F0502020204030204" pitchFamily="2" charset="0"/>
                    </a:rPr>
                    <a:t>WISE</a:t>
                  </a:r>
                </a:p>
              </p:txBody>
            </p:sp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06D162FF-952C-9A15-7831-2F4D5B292A53}"/>
                    </a:ext>
                  </a:extLst>
                </p:cNvPr>
                <p:cNvSpPr txBox="1"/>
                <p:nvPr/>
              </p:nvSpPr>
              <p:spPr>
                <a:xfrm>
                  <a:off x="9492948" y="1594413"/>
                  <a:ext cx="2428677" cy="25853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It involves </a:t>
                  </a:r>
                  <a:r>
                    <a:rPr lang="en-US" b="1" dirty="0"/>
                    <a:t>experience</a:t>
                  </a:r>
                  <a:r>
                    <a:rPr lang="en-US" dirty="0"/>
                    <a:t>, </a:t>
                  </a:r>
                  <a:r>
                    <a:rPr lang="en-US" b="1" dirty="0"/>
                    <a:t>morals</a:t>
                  </a:r>
                  <a:r>
                    <a:rPr lang="en-US" dirty="0"/>
                    <a:t>, </a:t>
                  </a:r>
                  <a:r>
                    <a:rPr lang="en-US" b="1" dirty="0"/>
                    <a:t>judgment</a:t>
                  </a:r>
                  <a:r>
                    <a:rPr lang="en-US" dirty="0"/>
                    <a:t>, and </a:t>
                  </a:r>
                  <a:r>
                    <a:rPr lang="en-US" b="1" dirty="0"/>
                    <a:t>foresight</a:t>
                  </a:r>
                  <a:endParaRPr lang="en-US" dirty="0"/>
                </a:p>
                <a:p>
                  <a:r>
                    <a:rPr lang="en-US" dirty="0"/>
                    <a:t>It helps people choose the </a:t>
                  </a:r>
                  <a:r>
                    <a:rPr lang="en-US" b="1" dirty="0"/>
                    <a:t>best</a:t>
                  </a:r>
                  <a:r>
                    <a:rPr lang="en-US" dirty="0"/>
                    <a:t> action, not just a correct one</a:t>
                  </a:r>
                </a:p>
                <a:p>
                  <a:r>
                    <a:rPr lang="en-US" dirty="0"/>
                    <a:t>It is often called “knowing what truly matters”</a:t>
                  </a:r>
                </a:p>
              </p:txBody>
            </p:sp>
            <p:pic>
              <p:nvPicPr>
                <p:cNvPr id="62" name="Graphic 61" descr="Koi with solid fill">
                  <a:extLst>
                    <a:ext uri="{FF2B5EF4-FFF2-40B4-BE49-F238E27FC236}">
                      <a16:creationId xmlns:a16="http://schemas.microsoft.com/office/drawing/2014/main" id="{5C833ACD-7A61-1987-EF53-67AF3F9C09C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186737" y="5824453"/>
                  <a:ext cx="914400" cy="914400"/>
                </a:xfrm>
                <a:prstGeom prst="rect">
                  <a:avLst/>
                </a:prstGeom>
              </p:spPr>
            </p:pic>
          </p:grpSp>
          <p:sp>
            <p:nvSpPr>
              <p:cNvPr id="58" name="Isosceles Triangle 57">
                <a:extLst>
                  <a:ext uri="{FF2B5EF4-FFF2-40B4-BE49-F238E27FC236}">
                    <a16:creationId xmlns:a16="http://schemas.microsoft.com/office/drawing/2014/main" id="{E5F22C80-21B3-9588-89F0-1CDF71B81FCF}"/>
                  </a:ext>
                </a:extLst>
              </p:cNvPr>
              <p:cNvSpPr/>
              <p:nvPr/>
            </p:nvSpPr>
            <p:spPr>
              <a:xfrm rot="5400000">
                <a:off x="7383965" y="1035810"/>
                <a:ext cx="1254126" cy="305452"/>
              </a:xfrm>
              <a:prstGeom prst="triangle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56" name="Picture 55" descr="A computer screen shot of text&#10;&#10;AI-generated content may be incorrect.">
              <a:extLst>
                <a:ext uri="{FF2B5EF4-FFF2-40B4-BE49-F238E27FC236}">
                  <a16:creationId xmlns:a16="http://schemas.microsoft.com/office/drawing/2014/main" id="{36A57B74-A4D1-0BBE-8FFF-C9C3E6E1BE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432685" y="4341564"/>
              <a:ext cx="2694182" cy="1049618"/>
            </a:xfrm>
            <a:prstGeom prst="rect">
              <a:avLst/>
            </a:prstGeom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8B4AB0BC-0776-DCBC-D84C-434CA85B4D3D}"/>
              </a:ext>
            </a:extLst>
          </p:cNvPr>
          <p:cNvGrpSpPr/>
          <p:nvPr/>
        </p:nvGrpSpPr>
        <p:grpSpPr>
          <a:xfrm>
            <a:off x="-3313097" y="0"/>
            <a:ext cx="3382023" cy="6858000"/>
            <a:chOff x="6159649" y="0"/>
            <a:chExt cx="3382023" cy="6858000"/>
          </a:xfrm>
        </p:grpSpPr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275A839B-F291-DDDE-9B7D-193998D0BA0D}"/>
                </a:ext>
              </a:extLst>
            </p:cNvPr>
            <p:cNvGrpSpPr/>
            <p:nvPr/>
          </p:nvGrpSpPr>
          <p:grpSpPr>
            <a:xfrm>
              <a:off x="6159649" y="0"/>
              <a:ext cx="3382023" cy="6858000"/>
              <a:chOff x="6023810" y="0"/>
              <a:chExt cx="3382023" cy="6858000"/>
            </a:xfrm>
          </p:grpSpPr>
          <p:grpSp>
            <p:nvGrpSpPr>
              <p:cNvPr id="66" name="Group 65">
                <a:extLst>
                  <a:ext uri="{FF2B5EF4-FFF2-40B4-BE49-F238E27FC236}">
                    <a16:creationId xmlns:a16="http://schemas.microsoft.com/office/drawing/2014/main" id="{0DDF54CB-F368-E0DE-69DA-E5AE023B13C2}"/>
                  </a:ext>
                </a:extLst>
              </p:cNvPr>
              <p:cNvGrpSpPr/>
              <p:nvPr/>
            </p:nvGrpSpPr>
            <p:grpSpPr>
              <a:xfrm>
                <a:off x="6023810" y="0"/>
                <a:ext cx="3096126" cy="6858000"/>
                <a:chOff x="6023810" y="0"/>
                <a:chExt cx="3096126" cy="6858000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51FB8AD-3CCF-3B93-8382-9813545349FC}"/>
                    </a:ext>
                  </a:extLst>
                </p:cNvPr>
                <p:cNvSpPr/>
                <p:nvPr/>
              </p:nvSpPr>
              <p:spPr>
                <a:xfrm>
                  <a:off x="6023810" y="0"/>
                  <a:ext cx="3096126" cy="6858000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9DF113F5-3C39-00B8-845B-2BA7E9A6778C}"/>
                    </a:ext>
                  </a:extLst>
                </p:cNvPr>
                <p:cNvSpPr txBox="1"/>
                <p:nvPr/>
              </p:nvSpPr>
              <p:spPr>
                <a:xfrm>
                  <a:off x="6552432" y="561473"/>
                  <a:ext cx="1981633" cy="101566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6000" dirty="0">
                      <a:latin typeface="Aptos ExtraBold" panose="020B0004020202020204" pitchFamily="34" charset="0"/>
                      <a:ea typeface="ADLaM Display" panose="020F0502020204030204" pitchFamily="2" charset="0"/>
                      <a:cs typeface="ADLaM Display" panose="020F0502020204030204" pitchFamily="2" charset="0"/>
                    </a:rPr>
                    <a:t>KNW</a:t>
                  </a:r>
                </a:p>
              </p:txBody>
            </p:sp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04B19011-D59D-8BC8-265E-326A771FEF54}"/>
                    </a:ext>
                  </a:extLst>
                </p:cNvPr>
                <p:cNvSpPr txBox="1"/>
                <p:nvPr/>
              </p:nvSpPr>
              <p:spPr>
                <a:xfrm>
                  <a:off x="6357534" y="1577136"/>
                  <a:ext cx="2428677" cy="25853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It is gained through </a:t>
                  </a:r>
                  <a:r>
                    <a:rPr lang="en-US" b="1" dirty="0"/>
                    <a:t>learning</a:t>
                  </a:r>
                  <a:r>
                    <a:rPr lang="en-US" dirty="0"/>
                    <a:t>, </a:t>
                  </a:r>
                  <a:r>
                    <a:rPr lang="en-US" b="1" dirty="0"/>
                    <a:t>experience</a:t>
                  </a:r>
                  <a:r>
                    <a:rPr lang="en-US" dirty="0"/>
                    <a:t>, and </a:t>
                  </a:r>
                  <a:r>
                    <a:rPr lang="en-US" b="1" dirty="0"/>
                    <a:t>thinking</a:t>
                  </a:r>
                  <a:r>
                    <a:rPr lang="en-US" dirty="0"/>
                    <a:t>.</a:t>
                  </a:r>
                </a:p>
                <a:p>
                  <a:r>
                    <a:rPr lang="en-US" dirty="0"/>
                    <a:t>Knowledge helps you make </a:t>
                  </a:r>
                  <a:r>
                    <a:rPr lang="en-US" b="1" dirty="0"/>
                    <a:t>decisions</a:t>
                  </a:r>
                  <a:r>
                    <a:rPr lang="en-US" dirty="0"/>
                    <a:t> and </a:t>
                  </a:r>
                  <a:r>
                    <a:rPr lang="en-US" b="1" dirty="0"/>
                    <a:t>solve problems</a:t>
                  </a:r>
                  <a:r>
                    <a:rPr lang="en-US" dirty="0"/>
                    <a:t>.</a:t>
                  </a:r>
                </a:p>
                <a:p>
                  <a:r>
                    <a:rPr lang="en-US" dirty="0"/>
                    <a:t>It is more </a:t>
                  </a:r>
                  <a:r>
                    <a:rPr lang="en-US" b="1" dirty="0"/>
                    <a:t>deep</a:t>
                  </a:r>
                  <a:r>
                    <a:rPr lang="en-US" dirty="0"/>
                    <a:t> and </a:t>
                  </a:r>
                  <a:r>
                    <a:rPr lang="en-US" b="1" dirty="0"/>
                    <a:t>applied</a:t>
                  </a:r>
                  <a:r>
                    <a:rPr lang="en-US" dirty="0"/>
                    <a:t> than information.</a:t>
                  </a:r>
                </a:p>
              </p:txBody>
            </p:sp>
            <p:pic>
              <p:nvPicPr>
                <p:cNvPr id="71" name="Graphic 70" descr="Brain in head with solid fill">
                  <a:extLst>
                    <a:ext uri="{FF2B5EF4-FFF2-40B4-BE49-F238E27FC236}">
                      <a16:creationId xmlns:a16="http://schemas.microsoft.com/office/drawing/2014/main" id="{C2291587-D52F-6D65-337C-64AFBE70044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086152" y="5824453"/>
                  <a:ext cx="914400" cy="914400"/>
                </a:xfrm>
                <a:prstGeom prst="rect">
                  <a:avLst/>
                </a:prstGeom>
              </p:spPr>
            </p:pic>
          </p:grpSp>
          <p:sp>
            <p:nvSpPr>
              <p:cNvPr id="67" name="Isosceles Triangle 66">
                <a:extLst>
                  <a:ext uri="{FF2B5EF4-FFF2-40B4-BE49-F238E27FC236}">
                    <a16:creationId xmlns:a16="http://schemas.microsoft.com/office/drawing/2014/main" id="{7FEA5E25-F192-7BFF-7473-B8319AC24186}"/>
                  </a:ext>
                </a:extLst>
              </p:cNvPr>
              <p:cNvSpPr/>
              <p:nvPr/>
            </p:nvSpPr>
            <p:spPr>
              <a:xfrm rot="5400000">
                <a:off x="8656533" y="1005973"/>
                <a:ext cx="1193800" cy="304800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5" name="Picture 64" descr="A computer screen shot of a program code&#10;&#10;AI-generated content may be incorrect.">
              <a:extLst>
                <a:ext uri="{FF2B5EF4-FFF2-40B4-BE49-F238E27FC236}">
                  <a16:creationId xmlns:a16="http://schemas.microsoft.com/office/drawing/2014/main" id="{90ED194C-327D-FED8-901E-729121FDC12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344104" y="4304466"/>
              <a:ext cx="2720294" cy="1086716"/>
            </a:xfrm>
            <a:prstGeom prst="rect">
              <a:avLst/>
            </a:prstGeom>
          </p:spPr>
        </p:pic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268F70CC-0890-E21B-60FA-8A74DCC13025}"/>
              </a:ext>
            </a:extLst>
          </p:cNvPr>
          <p:cNvGrpSpPr/>
          <p:nvPr/>
        </p:nvGrpSpPr>
        <p:grpSpPr>
          <a:xfrm>
            <a:off x="-3538191" y="0"/>
            <a:ext cx="3391407" cy="6858000"/>
            <a:chOff x="3070373" y="0"/>
            <a:chExt cx="3391407" cy="6858000"/>
          </a:xfrm>
        </p:grpSpPr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6CE2C88F-9953-DD7B-26F8-7A649DF5774A}"/>
                </a:ext>
              </a:extLst>
            </p:cNvPr>
            <p:cNvGrpSpPr/>
            <p:nvPr/>
          </p:nvGrpSpPr>
          <p:grpSpPr>
            <a:xfrm>
              <a:off x="3070373" y="0"/>
              <a:ext cx="3391407" cy="6858000"/>
              <a:chOff x="3011905" y="0"/>
              <a:chExt cx="3391407" cy="6858000"/>
            </a:xfrm>
          </p:grpSpPr>
          <p:grpSp>
            <p:nvGrpSpPr>
              <p:cNvPr id="75" name="Group 74">
                <a:extLst>
                  <a:ext uri="{FF2B5EF4-FFF2-40B4-BE49-F238E27FC236}">
                    <a16:creationId xmlns:a16="http://schemas.microsoft.com/office/drawing/2014/main" id="{BEBA23B4-CB7E-94D7-05F1-385154EF177C}"/>
                  </a:ext>
                </a:extLst>
              </p:cNvPr>
              <p:cNvGrpSpPr/>
              <p:nvPr/>
            </p:nvGrpSpPr>
            <p:grpSpPr>
              <a:xfrm>
                <a:off x="3011905" y="0"/>
                <a:ext cx="3096126" cy="6858000"/>
                <a:chOff x="3011905" y="0"/>
                <a:chExt cx="3096126" cy="6858000"/>
              </a:xfrm>
            </p:grpSpPr>
            <p:sp>
              <p:nvSpPr>
                <p:cNvPr id="77" name="Rectangle 76">
                  <a:extLst>
                    <a:ext uri="{FF2B5EF4-FFF2-40B4-BE49-F238E27FC236}">
                      <a16:creationId xmlns:a16="http://schemas.microsoft.com/office/drawing/2014/main" id="{069ADBF4-70A7-2FDE-4177-1BC08D9D2439}"/>
                    </a:ext>
                  </a:extLst>
                </p:cNvPr>
                <p:cNvSpPr/>
                <p:nvPr/>
              </p:nvSpPr>
              <p:spPr>
                <a:xfrm>
                  <a:off x="3011905" y="0"/>
                  <a:ext cx="3096126" cy="68580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9D3C73B6-B86B-FEAE-BE9B-3E0DBE577A7B}"/>
                    </a:ext>
                  </a:extLst>
                </p:cNvPr>
                <p:cNvSpPr txBox="1"/>
                <p:nvPr/>
              </p:nvSpPr>
              <p:spPr>
                <a:xfrm>
                  <a:off x="3552288" y="561473"/>
                  <a:ext cx="1963423" cy="101566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6000" dirty="0">
                      <a:latin typeface="Aptos ExtraBold" panose="020B0004020202020204" pitchFamily="34" charset="0"/>
                      <a:ea typeface="ADLaM Display" panose="020F0502020204030204" pitchFamily="2" charset="0"/>
                      <a:cs typeface="ADLaM Display" panose="020F0502020204030204" pitchFamily="2" charset="0"/>
                    </a:rPr>
                    <a:t>INFO</a:t>
                  </a:r>
                </a:p>
              </p:txBody>
            </p:sp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0F3ED8DB-3DD2-694E-2017-B49E722545AE}"/>
                    </a:ext>
                  </a:extLst>
                </p:cNvPr>
                <p:cNvSpPr txBox="1"/>
                <p:nvPr/>
              </p:nvSpPr>
              <p:spPr>
                <a:xfrm>
                  <a:off x="3342961" y="1577136"/>
                  <a:ext cx="2428677" cy="20313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Information helps in </a:t>
                  </a:r>
                  <a:r>
                    <a:rPr lang="en-US" b="1" dirty="0"/>
                    <a:t>decision-making</a:t>
                  </a:r>
                  <a:r>
                    <a:rPr lang="en-US" dirty="0"/>
                    <a:t>.</a:t>
                  </a:r>
                </a:p>
                <a:p>
                  <a:r>
                    <a:rPr lang="en-US" dirty="0"/>
                    <a:t>Information is created when data is </a:t>
                  </a:r>
                  <a:r>
                    <a:rPr lang="en-US" b="1" dirty="0"/>
                    <a:t>analyzed</a:t>
                  </a:r>
                  <a:r>
                    <a:rPr lang="en-US" dirty="0"/>
                    <a:t>, </a:t>
                  </a:r>
                  <a:r>
                    <a:rPr lang="en-US" b="1" dirty="0"/>
                    <a:t>classified</a:t>
                  </a:r>
                  <a:r>
                    <a:rPr lang="en-US" dirty="0"/>
                    <a:t>, </a:t>
                  </a:r>
                  <a:r>
                    <a:rPr lang="en-US" b="1" dirty="0"/>
                    <a:t>organized</a:t>
                  </a:r>
                  <a:r>
                    <a:rPr lang="en-US" dirty="0"/>
                    <a:t>, or </a:t>
                  </a:r>
                  <a:r>
                    <a:rPr lang="en-US" b="1" dirty="0"/>
                    <a:t>summarized</a:t>
                  </a:r>
                  <a:r>
                    <a:rPr lang="en-US" dirty="0"/>
                    <a:t>.</a:t>
                  </a:r>
                </a:p>
              </p:txBody>
            </p:sp>
            <p:pic>
              <p:nvPicPr>
                <p:cNvPr id="80" name="Graphic 79" descr="Pie chart with solid fill">
                  <a:extLst>
                    <a:ext uri="{FF2B5EF4-FFF2-40B4-BE49-F238E27FC236}">
                      <a16:creationId xmlns:a16="http://schemas.microsoft.com/office/drawing/2014/main" id="{976EFB14-D540-8865-2C4F-E790EB74551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076799" y="5824453"/>
                  <a:ext cx="914400" cy="914400"/>
                </a:xfrm>
                <a:prstGeom prst="rect">
                  <a:avLst/>
                </a:prstGeom>
              </p:spPr>
            </p:pic>
          </p:grpSp>
          <p:sp>
            <p:nvSpPr>
              <p:cNvPr id="76" name="Isosceles Triangle 75">
                <a:extLst>
                  <a:ext uri="{FF2B5EF4-FFF2-40B4-BE49-F238E27FC236}">
                    <a16:creationId xmlns:a16="http://schemas.microsoft.com/office/drawing/2014/main" id="{DFDEC6C5-C8C1-EAD3-CAEA-CCC0D15AA76A}"/>
                  </a:ext>
                </a:extLst>
              </p:cNvPr>
              <p:cNvSpPr/>
              <p:nvPr/>
            </p:nvSpPr>
            <p:spPr>
              <a:xfrm rot="5400000">
                <a:off x="5654012" y="1005973"/>
                <a:ext cx="1193800" cy="304800"/>
              </a:xfrm>
              <a:prstGeom prst="triangle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4" name="Picture 73" descr="A screen shot of a computer program&#10;&#10;AI-generated content may be incorrect.">
              <a:extLst>
                <a:ext uri="{FF2B5EF4-FFF2-40B4-BE49-F238E27FC236}">
                  <a16:creationId xmlns:a16="http://schemas.microsoft.com/office/drawing/2014/main" id="{E771BD79-4BEC-8D13-E36A-B9A25690F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297209" y="4162459"/>
              <a:ext cx="2654508" cy="1066798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493BF3A4-A4AC-390B-556C-6A9D516FBD69}"/>
              </a:ext>
            </a:extLst>
          </p:cNvPr>
          <p:cNvGrpSpPr/>
          <p:nvPr/>
        </p:nvGrpSpPr>
        <p:grpSpPr>
          <a:xfrm>
            <a:off x="-3719397" y="0"/>
            <a:ext cx="3369838" cy="6858000"/>
            <a:chOff x="0" y="0"/>
            <a:chExt cx="3369838" cy="6858000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9345C036-9BAD-4EB8-70EC-A722C34ED6E7}"/>
                </a:ext>
              </a:extLst>
            </p:cNvPr>
            <p:cNvGrpSpPr/>
            <p:nvPr/>
          </p:nvGrpSpPr>
          <p:grpSpPr>
            <a:xfrm>
              <a:off x="0" y="0"/>
              <a:ext cx="3369838" cy="6858000"/>
              <a:chOff x="0" y="0"/>
              <a:chExt cx="3369838" cy="6858000"/>
            </a:xfrm>
          </p:grpSpPr>
          <p:grpSp>
            <p:nvGrpSpPr>
              <p:cNvPr id="84" name="Group 83">
                <a:extLst>
                  <a:ext uri="{FF2B5EF4-FFF2-40B4-BE49-F238E27FC236}">
                    <a16:creationId xmlns:a16="http://schemas.microsoft.com/office/drawing/2014/main" id="{0ED2DAFD-048F-A61D-20AC-6E05707DC7EF}"/>
                  </a:ext>
                </a:extLst>
              </p:cNvPr>
              <p:cNvGrpSpPr/>
              <p:nvPr/>
            </p:nvGrpSpPr>
            <p:grpSpPr>
              <a:xfrm>
                <a:off x="0" y="0"/>
                <a:ext cx="3096126" cy="6858000"/>
                <a:chOff x="0" y="0"/>
                <a:chExt cx="3096126" cy="6858000"/>
              </a:xfrm>
            </p:grpSpPr>
            <p:sp>
              <p:nvSpPr>
                <p:cNvPr id="86" name="Rectangle 85">
                  <a:extLst>
                    <a:ext uri="{FF2B5EF4-FFF2-40B4-BE49-F238E27FC236}">
                      <a16:creationId xmlns:a16="http://schemas.microsoft.com/office/drawing/2014/main" id="{00F4F53B-2745-517C-95A8-38D287C6889B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3096126" cy="6858000"/>
                </a:xfrm>
                <a:prstGeom prst="rect">
                  <a:avLst/>
                </a:prstGeom>
                <a:solidFill>
                  <a:schemeClr val="accent5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1128E960-4D32-7863-C78C-6FB5D078E6E3}"/>
                    </a:ext>
                  </a:extLst>
                </p:cNvPr>
                <p:cNvSpPr txBox="1"/>
                <p:nvPr/>
              </p:nvSpPr>
              <p:spPr>
                <a:xfrm>
                  <a:off x="540383" y="561473"/>
                  <a:ext cx="2015360" cy="101566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6000" dirty="0">
                      <a:latin typeface="Aptos ExtraBold" panose="020B0004020202020204" pitchFamily="34" charset="0"/>
                      <a:ea typeface="ADLaM Display" panose="020F0502020204030204" pitchFamily="2" charset="0"/>
                      <a:cs typeface="ADLaM Display" panose="020F0502020204030204" pitchFamily="2" charset="0"/>
                    </a:rPr>
                    <a:t>DATA</a:t>
                  </a:r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5E9646F9-FCE1-9BB0-664D-797C149A070F}"/>
                    </a:ext>
                  </a:extLst>
                </p:cNvPr>
                <p:cNvSpPr txBox="1"/>
                <p:nvPr/>
              </p:nvSpPr>
              <p:spPr>
                <a:xfrm>
                  <a:off x="329178" y="2011987"/>
                  <a:ext cx="2428677" cy="20313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Data by itself doesn’t tell you much.</a:t>
                  </a:r>
                  <a:br>
                    <a:rPr lang="en-US" dirty="0"/>
                  </a:br>
                  <a:r>
                    <a:rPr lang="en-US" dirty="0"/>
                    <a:t>But when you </a:t>
                  </a:r>
                  <a:r>
                    <a:rPr lang="en-US" b="1" dirty="0"/>
                    <a:t>organize</a:t>
                  </a:r>
                  <a:r>
                    <a:rPr lang="en-US" dirty="0"/>
                    <a:t>, </a:t>
                  </a:r>
                  <a:r>
                    <a:rPr lang="en-US" b="1" dirty="0"/>
                    <a:t>analyze</a:t>
                  </a:r>
                  <a:r>
                    <a:rPr lang="en-US" dirty="0"/>
                    <a:t>, or </a:t>
                  </a:r>
                  <a:r>
                    <a:rPr lang="en-US" b="1" dirty="0"/>
                    <a:t>interpret</a:t>
                  </a:r>
                  <a:r>
                    <a:rPr lang="en-US" dirty="0"/>
                    <a:t> it, it becomes </a:t>
                  </a:r>
                  <a:r>
                    <a:rPr lang="en-US" b="1" dirty="0"/>
                    <a:t>information</a:t>
                  </a:r>
                  <a:r>
                    <a:rPr lang="en-US" dirty="0"/>
                    <a:t> or </a:t>
                  </a:r>
                  <a:r>
                    <a:rPr lang="en-US" b="1" dirty="0"/>
                    <a:t>knowledge</a:t>
                  </a:r>
                  <a:r>
                    <a:rPr lang="en-US" dirty="0"/>
                    <a:t>.</a:t>
                  </a:r>
                </a:p>
              </p:txBody>
            </p:sp>
            <p:pic>
              <p:nvPicPr>
                <p:cNvPr id="89" name="Graphic 88" descr="Server with solid fill">
                  <a:extLst>
                    <a:ext uri="{FF2B5EF4-FFF2-40B4-BE49-F238E27FC236}">
                      <a16:creationId xmlns:a16="http://schemas.microsoft.com/office/drawing/2014/main" id="{39B4930A-4C90-FB69-275E-FBEBD900CCF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>
                  <a:extLs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90863" y="5824453"/>
                  <a:ext cx="914400" cy="914400"/>
                </a:xfrm>
                <a:prstGeom prst="rect">
                  <a:avLst/>
                </a:prstGeom>
              </p:spPr>
            </p:pic>
          </p:grpSp>
          <p:sp>
            <p:nvSpPr>
              <p:cNvPr id="85" name="Isosceles Triangle 84">
                <a:extLst>
                  <a:ext uri="{FF2B5EF4-FFF2-40B4-BE49-F238E27FC236}">
                    <a16:creationId xmlns:a16="http://schemas.microsoft.com/office/drawing/2014/main" id="{F2B77E9E-2BFA-1BEA-2989-E75D877CBE46}"/>
                  </a:ext>
                </a:extLst>
              </p:cNvPr>
              <p:cNvSpPr/>
              <p:nvPr/>
            </p:nvSpPr>
            <p:spPr>
              <a:xfrm rot="5400000">
                <a:off x="2620538" y="1005973"/>
                <a:ext cx="1193800" cy="304800"/>
              </a:xfrm>
              <a:prstGeom prst="triangle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5A7A9DCC-C72A-6ABC-FA25-3EF291D0A846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197983" y="4225122"/>
              <a:ext cx="2470044" cy="116606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26800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43763-84BA-4222-02DC-2D97E828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EFE677DD-7FFA-D2B6-1FC9-B379D3123472}"/>
              </a:ext>
            </a:extLst>
          </p:cNvPr>
          <p:cNvGrpSpPr/>
          <p:nvPr/>
        </p:nvGrpSpPr>
        <p:grpSpPr>
          <a:xfrm>
            <a:off x="9168364" y="0"/>
            <a:ext cx="3384040" cy="6858000"/>
            <a:chOff x="9168364" y="0"/>
            <a:chExt cx="3384040" cy="685800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9CF350ED-8A51-EC2E-5D8C-BCE86F3C6542}"/>
                </a:ext>
              </a:extLst>
            </p:cNvPr>
            <p:cNvGrpSpPr/>
            <p:nvPr/>
          </p:nvGrpSpPr>
          <p:grpSpPr>
            <a:xfrm>
              <a:off x="9168364" y="0"/>
              <a:ext cx="3384040" cy="6858000"/>
              <a:chOff x="4779714" y="0"/>
              <a:chExt cx="3384040" cy="6858000"/>
            </a:xfrm>
          </p:grpSpPr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AC41D7B1-BA3C-5036-B9D3-5C9597BB448D}"/>
                  </a:ext>
                </a:extLst>
              </p:cNvPr>
              <p:cNvGrpSpPr/>
              <p:nvPr/>
            </p:nvGrpSpPr>
            <p:grpSpPr>
              <a:xfrm>
                <a:off x="4779714" y="0"/>
                <a:ext cx="3096126" cy="6858000"/>
                <a:chOff x="9095874" y="0"/>
                <a:chExt cx="3096126" cy="6858000"/>
              </a:xfrm>
            </p:grpSpPr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49BC6218-7B9F-8396-DF22-A8192FD6D504}"/>
                    </a:ext>
                  </a:extLst>
                </p:cNvPr>
                <p:cNvSpPr/>
                <p:nvPr/>
              </p:nvSpPr>
              <p:spPr>
                <a:xfrm>
                  <a:off x="9095874" y="0"/>
                  <a:ext cx="3096126" cy="685800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FD5781C-756D-117B-69F1-7BC2F96B51BE}"/>
                    </a:ext>
                  </a:extLst>
                </p:cNvPr>
                <p:cNvSpPr txBox="1"/>
                <p:nvPr/>
              </p:nvSpPr>
              <p:spPr>
                <a:xfrm>
                  <a:off x="9669984" y="561473"/>
                  <a:ext cx="2074607" cy="101566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6000" dirty="0">
                      <a:latin typeface="Aptos ExtraBold" panose="020B0004020202020204" pitchFamily="34" charset="0"/>
                      <a:ea typeface="ADLaM Display" panose="020F0502020204030204" pitchFamily="2" charset="0"/>
                      <a:cs typeface="ADLaM Display" panose="020F0502020204030204" pitchFamily="2" charset="0"/>
                    </a:rPr>
                    <a:t>WISE</a:t>
                  </a:r>
                </a:p>
              </p:txBody>
            </p: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37C372E3-C97E-4B57-C5BE-071B8A77A96D}"/>
                    </a:ext>
                  </a:extLst>
                </p:cNvPr>
                <p:cNvSpPr txBox="1"/>
                <p:nvPr/>
              </p:nvSpPr>
              <p:spPr>
                <a:xfrm>
                  <a:off x="9492948" y="1594413"/>
                  <a:ext cx="2428677" cy="25853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It involves </a:t>
                  </a:r>
                  <a:r>
                    <a:rPr lang="en-US" b="1" dirty="0"/>
                    <a:t>experience</a:t>
                  </a:r>
                  <a:r>
                    <a:rPr lang="en-US" dirty="0"/>
                    <a:t>, </a:t>
                  </a:r>
                  <a:r>
                    <a:rPr lang="en-US" b="1" dirty="0"/>
                    <a:t>morals</a:t>
                  </a:r>
                  <a:r>
                    <a:rPr lang="en-US" dirty="0"/>
                    <a:t>, </a:t>
                  </a:r>
                  <a:r>
                    <a:rPr lang="en-US" b="1" dirty="0"/>
                    <a:t>judgment</a:t>
                  </a:r>
                  <a:r>
                    <a:rPr lang="en-US" dirty="0"/>
                    <a:t>, and </a:t>
                  </a:r>
                  <a:r>
                    <a:rPr lang="en-US" b="1" dirty="0"/>
                    <a:t>foresight</a:t>
                  </a:r>
                  <a:endParaRPr lang="en-US" dirty="0"/>
                </a:p>
                <a:p>
                  <a:r>
                    <a:rPr lang="en-US" dirty="0"/>
                    <a:t>It helps people choose the </a:t>
                  </a:r>
                  <a:r>
                    <a:rPr lang="en-US" b="1" dirty="0"/>
                    <a:t>best</a:t>
                  </a:r>
                  <a:r>
                    <a:rPr lang="en-US" dirty="0"/>
                    <a:t> action, not just a correct one</a:t>
                  </a:r>
                </a:p>
                <a:p>
                  <a:r>
                    <a:rPr lang="en-US" dirty="0"/>
                    <a:t>It is often called “knowing what truly matters”</a:t>
                  </a:r>
                </a:p>
              </p:txBody>
            </p:sp>
            <p:pic>
              <p:nvPicPr>
                <p:cNvPr id="27" name="Graphic 26" descr="Koi with solid fill">
                  <a:extLst>
                    <a:ext uri="{FF2B5EF4-FFF2-40B4-BE49-F238E27FC236}">
                      <a16:creationId xmlns:a16="http://schemas.microsoft.com/office/drawing/2014/main" id="{BD0EA2B5-05E1-E403-BC84-3874B77E4B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186737" y="5824453"/>
                  <a:ext cx="914400" cy="914400"/>
                </a:xfrm>
                <a:prstGeom prst="rect">
                  <a:avLst/>
                </a:prstGeom>
              </p:spPr>
            </p:pic>
          </p:grpSp>
          <p:sp>
            <p:nvSpPr>
              <p:cNvPr id="52" name="Isosceles Triangle 51">
                <a:extLst>
                  <a:ext uri="{FF2B5EF4-FFF2-40B4-BE49-F238E27FC236}">
                    <a16:creationId xmlns:a16="http://schemas.microsoft.com/office/drawing/2014/main" id="{6EDFD891-1861-0236-44F0-211A56774AF3}"/>
                  </a:ext>
                </a:extLst>
              </p:cNvPr>
              <p:cNvSpPr/>
              <p:nvPr/>
            </p:nvSpPr>
            <p:spPr>
              <a:xfrm rot="5400000">
                <a:off x="7383965" y="1035810"/>
                <a:ext cx="1254126" cy="305452"/>
              </a:xfrm>
              <a:prstGeom prst="triangle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 descr="A computer screen shot of text&#10;&#10;AI-generated content may be incorrect.">
              <a:extLst>
                <a:ext uri="{FF2B5EF4-FFF2-40B4-BE49-F238E27FC236}">
                  <a16:creationId xmlns:a16="http://schemas.microsoft.com/office/drawing/2014/main" id="{20DF5A2D-7FE2-FB43-A612-DE63F7647F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432685" y="4341564"/>
              <a:ext cx="2694182" cy="1049618"/>
            </a:xfrm>
            <a:prstGeom prst="rect">
              <a:avLst/>
            </a:prstGeom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370880D-CCC8-409D-05B9-FA506A000A75}"/>
              </a:ext>
            </a:extLst>
          </p:cNvPr>
          <p:cNvGrpSpPr/>
          <p:nvPr/>
        </p:nvGrpSpPr>
        <p:grpSpPr>
          <a:xfrm>
            <a:off x="6159649" y="0"/>
            <a:ext cx="3382023" cy="6858000"/>
            <a:chOff x="6159649" y="0"/>
            <a:chExt cx="3382023" cy="6858000"/>
          </a:xfrm>
        </p:grpSpPr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C6EA0367-6EE0-7583-791C-CF553C02D997}"/>
                </a:ext>
              </a:extLst>
            </p:cNvPr>
            <p:cNvGrpSpPr/>
            <p:nvPr/>
          </p:nvGrpSpPr>
          <p:grpSpPr>
            <a:xfrm>
              <a:off x="6159649" y="0"/>
              <a:ext cx="3382023" cy="6858000"/>
              <a:chOff x="6023810" y="0"/>
              <a:chExt cx="3382023" cy="6858000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4CDDEE9A-AAF7-7766-6F91-4189CF36FE69}"/>
                  </a:ext>
                </a:extLst>
              </p:cNvPr>
              <p:cNvGrpSpPr/>
              <p:nvPr/>
            </p:nvGrpSpPr>
            <p:grpSpPr>
              <a:xfrm>
                <a:off x="6023810" y="0"/>
                <a:ext cx="3096126" cy="6858000"/>
                <a:chOff x="6023810" y="0"/>
                <a:chExt cx="3096126" cy="6858000"/>
              </a:xfrm>
            </p:grpSpPr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4158B263-C89E-DBBD-6776-38CEC26B19E5}"/>
                    </a:ext>
                  </a:extLst>
                </p:cNvPr>
                <p:cNvSpPr/>
                <p:nvPr/>
              </p:nvSpPr>
              <p:spPr>
                <a:xfrm>
                  <a:off x="6023810" y="0"/>
                  <a:ext cx="3096126" cy="6858000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B5719B20-6779-62DE-D802-DBA8D55E9CF1}"/>
                    </a:ext>
                  </a:extLst>
                </p:cNvPr>
                <p:cNvSpPr txBox="1"/>
                <p:nvPr/>
              </p:nvSpPr>
              <p:spPr>
                <a:xfrm>
                  <a:off x="6552432" y="561473"/>
                  <a:ext cx="1981633" cy="101566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6000" dirty="0">
                      <a:latin typeface="Aptos ExtraBold" panose="020B0004020202020204" pitchFamily="34" charset="0"/>
                      <a:ea typeface="ADLaM Display" panose="020F0502020204030204" pitchFamily="2" charset="0"/>
                      <a:cs typeface="ADLaM Display" panose="020F0502020204030204" pitchFamily="2" charset="0"/>
                    </a:rPr>
                    <a:t>KNW</a:t>
                  </a:r>
                </a:p>
              </p:txBody>
            </p: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16B7D518-89B8-13D7-393B-61E6313363DF}"/>
                    </a:ext>
                  </a:extLst>
                </p:cNvPr>
                <p:cNvSpPr txBox="1"/>
                <p:nvPr/>
              </p:nvSpPr>
              <p:spPr>
                <a:xfrm>
                  <a:off x="6357534" y="1577136"/>
                  <a:ext cx="2428677" cy="25853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It is gained through </a:t>
                  </a:r>
                  <a:r>
                    <a:rPr lang="en-US" b="1" dirty="0"/>
                    <a:t>learning</a:t>
                  </a:r>
                  <a:r>
                    <a:rPr lang="en-US" dirty="0"/>
                    <a:t>, </a:t>
                  </a:r>
                  <a:r>
                    <a:rPr lang="en-US" b="1" dirty="0"/>
                    <a:t>experience</a:t>
                  </a:r>
                  <a:r>
                    <a:rPr lang="en-US" dirty="0"/>
                    <a:t>, and </a:t>
                  </a:r>
                  <a:r>
                    <a:rPr lang="en-US" b="1" dirty="0"/>
                    <a:t>thinking</a:t>
                  </a:r>
                  <a:r>
                    <a:rPr lang="en-US" dirty="0"/>
                    <a:t>.</a:t>
                  </a:r>
                </a:p>
                <a:p>
                  <a:r>
                    <a:rPr lang="en-US" dirty="0"/>
                    <a:t>Knowledge helps you make </a:t>
                  </a:r>
                  <a:r>
                    <a:rPr lang="en-US" b="1" dirty="0"/>
                    <a:t>decisions</a:t>
                  </a:r>
                  <a:r>
                    <a:rPr lang="en-US" dirty="0"/>
                    <a:t> and </a:t>
                  </a:r>
                  <a:r>
                    <a:rPr lang="en-US" b="1" dirty="0"/>
                    <a:t>solve problems</a:t>
                  </a:r>
                  <a:r>
                    <a:rPr lang="en-US" dirty="0"/>
                    <a:t>.</a:t>
                  </a:r>
                </a:p>
                <a:p>
                  <a:r>
                    <a:rPr lang="en-US" dirty="0"/>
                    <a:t>It is more </a:t>
                  </a:r>
                  <a:r>
                    <a:rPr lang="en-US" b="1" dirty="0"/>
                    <a:t>deep</a:t>
                  </a:r>
                  <a:r>
                    <a:rPr lang="en-US" dirty="0"/>
                    <a:t> and </a:t>
                  </a:r>
                  <a:r>
                    <a:rPr lang="en-US" b="1" dirty="0"/>
                    <a:t>applied</a:t>
                  </a:r>
                  <a:r>
                    <a:rPr lang="en-US" dirty="0"/>
                    <a:t> than information.</a:t>
                  </a:r>
                </a:p>
              </p:txBody>
            </p:sp>
            <p:pic>
              <p:nvPicPr>
                <p:cNvPr id="22" name="Graphic 21" descr="Brain in head with solid fill">
                  <a:extLst>
                    <a:ext uri="{FF2B5EF4-FFF2-40B4-BE49-F238E27FC236}">
                      <a16:creationId xmlns:a16="http://schemas.microsoft.com/office/drawing/2014/main" id="{42B87A3E-21D9-F961-AA1F-7FE961BB5A4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086152" y="5824453"/>
                  <a:ext cx="914400" cy="914400"/>
                </a:xfrm>
                <a:prstGeom prst="rect">
                  <a:avLst/>
                </a:prstGeom>
              </p:spPr>
            </p:pic>
          </p:grpSp>
          <p:sp>
            <p:nvSpPr>
              <p:cNvPr id="47" name="Isosceles Triangle 46">
                <a:extLst>
                  <a:ext uri="{FF2B5EF4-FFF2-40B4-BE49-F238E27FC236}">
                    <a16:creationId xmlns:a16="http://schemas.microsoft.com/office/drawing/2014/main" id="{AB8B6D43-A0E0-AB0E-2447-42E9336AE13D}"/>
                  </a:ext>
                </a:extLst>
              </p:cNvPr>
              <p:cNvSpPr/>
              <p:nvPr/>
            </p:nvSpPr>
            <p:spPr>
              <a:xfrm rot="5400000">
                <a:off x="8656533" y="1005973"/>
                <a:ext cx="1193800" cy="304800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" name="Picture 12" descr="A computer screen shot of a program code&#10;&#10;AI-generated content may be incorrect.">
              <a:extLst>
                <a:ext uri="{FF2B5EF4-FFF2-40B4-BE49-F238E27FC236}">
                  <a16:creationId xmlns:a16="http://schemas.microsoft.com/office/drawing/2014/main" id="{9530E35A-694E-A855-DE01-F690DBD49BD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344104" y="4304466"/>
              <a:ext cx="2720294" cy="1086716"/>
            </a:xfrm>
            <a:prstGeom prst="rect">
              <a:avLst/>
            </a:prstGeom>
          </p:spPr>
        </p:pic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112280D-3A48-DAC2-0D6C-559BB0D9B124}"/>
              </a:ext>
            </a:extLst>
          </p:cNvPr>
          <p:cNvGrpSpPr/>
          <p:nvPr/>
        </p:nvGrpSpPr>
        <p:grpSpPr>
          <a:xfrm>
            <a:off x="3070373" y="0"/>
            <a:ext cx="3391407" cy="6858000"/>
            <a:chOff x="3070373" y="0"/>
            <a:chExt cx="3391407" cy="685800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1D9D561F-C42C-F2ED-D3E9-E6BD27B0935E}"/>
                </a:ext>
              </a:extLst>
            </p:cNvPr>
            <p:cNvGrpSpPr/>
            <p:nvPr/>
          </p:nvGrpSpPr>
          <p:grpSpPr>
            <a:xfrm>
              <a:off x="3070373" y="0"/>
              <a:ext cx="3391407" cy="6858000"/>
              <a:chOff x="3011905" y="0"/>
              <a:chExt cx="3391407" cy="6858000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81034111-7254-903F-E2D3-1D3A67E1729E}"/>
                  </a:ext>
                </a:extLst>
              </p:cNvPr>
              <p:cNvGrpSpPr/>
              <p:nvPr/>
            </p:nvGrpSpPr>
            <p:grpSpPr>
              <a:xfrm>
                <a:off x="3011905" y="0"/>
                <a:ext cx="3096126" cy="6858000"/>
                <a:chOff x="3011905" y="0"/>
                <a:chExt cx="3096126" cy="6858000"/>
              </a:xfrm>
            </p:grpSpPr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0CEAEFDD-867F-7334-EE8F-6020F8F53270}"/>
                    </a:ext>
                  </a:extLst>
                </p:cNvPr>
                <p:cNvSpPr/>
                <p:nvPr/>
              </p:nvSpPr>
              <p:spPr>
                <a:xfrm>
                  <a:off x="3011905" y="0"/>
                  <a:ext cx="3096126" cy="68580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F5FE08B-C03D-B3CC-610E-13C11EECFA74}"/>
                    </a:ext>
                  </a:extLst>
                </p:cNvPr>
                <p:cNvSpPr txBox="1"/>
                <p:nvPr/>
              </p:nvSpPr>
              <p:spPr>
                <a:xfrm>
                  <a:off x="3552288" y="561473"/>
                  <a:ext cx="1963423" cy="101566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6000" dirty="0">
                      <a:latin typeface="Aptos ExtraBold" panose="020B0004020202020204" pitchFamily="34" charset="0"/>
                      <a:ea typeface="ADLaM Display" panose="020F0502020204030204" pitchFamily="2" charset="0"/>
                      <a:cs typeface="ADLaM Display" panose="020F0502020204030204" pitchFamily="2" charset="0"/>
                    </a:rPr>
                    <a:t>INFO</a:t>
                  </a:r>
                </a:p>
              </p:txBody>
            </p:sp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A205C612-3FA6-FD3C-D359-4D9D17D75AD2}"/>
                    </a:ext>
                  </a:extLst>
                </p:cNvPr>
                <p:cNvSpPr txBox="1"/>
                <p:nvPr/>
              </p:nvSpPr>
              <p:spPr>
                <a:xfrm>
                  <a:off x="3342961" y="1577136"/>
                  <a:ext cx="2428677" cy="20313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Information helps in </a:t>
                  </a:r>
                  <a:r>
                    <a:rPr lang="en-US" b="1" dirty="0"/>
                    <a:t>decision-making</a:t>
                  </a:r>
                  <a:r>
                    <a:rPr lang="en-US" dirty="0"/>
                    <a:t>.</a:t>
                  </a:r>
                </a:p>
                <a:p>
                  <a:r>
                    <a:rPr lang="en-US" dirty="0"/>
                    <a:t>Information is created when data is </a:t>
                  </a:r>
                  <a:r>
                    <a:rPr lang="en-US" b="1" dirty="0"/>
                    <a:t>analyzed</a:t>
                  </a:r>
                  <a:r>
                    <a:rPr lang="en-US" dirty="0"/>
                    <a:t>, </a:t>
                  </a:r>
                  <a:r>
                    <a:rPr lang="en-US" b="1" dirty="0"/>
                    <a:t>classified</a:t>
                  </a:r>
                  <a:r>
                    <a:rPr lang="en-US" dirty="0"/>
                    <a:t>, </a:t>
                  </a:r>
                  <a:r>
                    <a:rPr lang="en-US" b="1" dirty="0"/>
                    <a:t>organized</a:t>
                  </a:r>
                  <a:r>
                    <a:rPr lang="en-US" dirty="0"/>
                    <a:t>, or </a:t>
                  </a:r>
                  <a:r>
                    <a:rPr lang="en-US" b="1" dirty="0"/>
                    <a:t>summarized</a:t>
                  </a:r>
                  <a:r>
                    <a:rPr lang="en-US" dirty="0"/>
                    <a:t>.</a:t>
                  </a:r>
                </a:p>
              </p:txBody>
            </p:sp>
            <p:pic>
              <p:nvPicPr>
                <p:cNvPr id="18" name="Graphic 17" descr="Pie chart with solid fill">
                  <a:extLst>
                    <a:ext uri="{FF2B5EF4-FFF2-40B4-BE49-F238E27FC236}">
                      <a16:creationId xmlns:a16="http://schemas.microsoft.com/office/drawing/2014/main" id="{3E4F6C6E-4F0B-1947-4567-629E3C9C4BB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076799" y="5824453"/>
                  <a:ext cx="914400" cy="914400"/>
                </a:xfrm>
                <a:prstGeom prst="rect">
                  <a:avLst/>
                </a:prstGeom>
              </p:spPr>
            </p:pic>
          </p:grpSp>
          <p:sp>
            <p:nvSpPr>
              <p:cNvPr id="44" name="Isosceles Triangle 43">
                <a:extLst>
                  <a:ext uri="{FF2B5EF4-FFF2-40B4-BE49-F238E27FC236}">
                    <a16:creationId xmlns:a16="http://schemas.microsoft.com/office/drawing/2014/main" id="{8F430A76-5C5A-0FB2-968F-74767A3E61E8}"/>
                  </a:ext>
                </a:extLst>
              </p:cNvPr>
              <p:cNvSpPr/>
              <p:nvPr/>
            </p:nvSpPr>
            <p:spPr>
              <a:xfrm rot="5400000">
                <a:off x="5654012" y="1005973"/>
                <a:ext cx="1193800" cy="304800"/>
              </a:xfrm>
              <a:prstGeom prst="triangle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3" name="Picture 2" descr="A screen shot of a computer program&#10;&#10;AI-generated content may be incorrect.">
              <a:extLst>
                <a:ext uri="{FF2B5EF4-FFF2-40B4-BE49-F238E27FC236}">
                  <a16:creationId xmlns:a16="http://schemas.microsoft.com/office/drawing/2014/main" id="{4325417D-0B7C-132F-A15C-94CEB26CE25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297209" y="4162459"/>
              <a:ext cx="2654508" cy="1066798"/>
            </a:xfrm>
            <a:prstGeom prst="rect">
              <a:avLst/>
            </a:prstGeom>
          </p:spPr>
        </p:pic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87D60D9A-B969-AD30-F3A5-BF5A65789606}"/>
              </a:ext>
            </a:extLst>
          </p:cNvPr>
          <p:cNvGrpSpPr/>
          <p:nvPr/>
        </p:nvGrpSpPr>
        <p:grpSpPr>
          <a:xfrm>
            <a:off x="0" y="0"/>
            <a:ext cx="3369838" cy="6858000"/>
            <a:chOff x="0" y="0"/>
            <a:chExt cx="3369838" cy="685800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B2CD59F5-B8E8-1D9C-F3D4-A563FDF153C6}"/>
                </a:ext>
              </a:extLst>
            </p:cNvPr>
            <p:cNvGrpSpPr/>
            <p:nvPr/>
          </p:nvGrpSpPr>
          <p:grpSpPr>
            <a:xfrm>
              <a:off x="0" y="0"/>
              <a:ext cx="3369838" cy="6858000"/>
              <a:chOff x="0" y="0"/>
              <a:chExt cx="3369838" cy="6858000"/>
            </a:xfrm>
          </p:grpSpPr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202546A5-E8F2-80B5-5195-18FF26270033}"/>
                  </a:ext>
                </a:extLst>
              </p:cNvPr>
              <p:cNvGrpSpPr/>
              <p:nvPr/>
            </p:nvGrpSpPr>
            <p:grpSpPr>
              <a:xfrm>
                <a:off x="0" y="0"/>
                <a:ext cx="3096126" cy="6858000"/>
                <a:chOff x="0" y="0"/>
                <a:chExt cx="3096126" cy="6858000"/>
              </a:xfrm>
            </p:grpSpPr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A74F49A5-63E9-2D06-A35C-D318072A5164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3096126" cy="6858000"/>
                </a:xfrm>
                <a:prstGeom prst="rect">
                  <a:avLst/>
                </a:prstGeom>
                <a:solidFill>
                  <a:schemeClr val="accent5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6EB8CA85-E406-8976-1E7F-E3522F8E587F}"/>
                    </a:ext>
                  </a:extLst>
                </p:cNvPr>
                <p:cNvSpPr txBox="1"/>
                <p:nvPr/>
              </p:nvSpPr>
              <p:spPr>
                <a:xfrm>
                  <a:off x="540383" y="561473"/>
                  <a:ext cx="2015360" cy="101566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6000" dirty="0">
                      <a:latin typeface="Aptos ExtraBold" panose="020B0004020202020204" pitchFamily="34" charset="0"/>
                      <a:ea typeface="ADLaM Display" panose="020F0502020204030204" pitchFamily="2" charset="0"/>
                      <a:cs typeface="ADLaM Display" panose="020F0502020204030204" pitchFamily="2" charset="0"/>
                    </a:rPr>
                    <a:t>DATA</a:t>
                  </a:r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012F0F0-F85B-2E36-23A2-D57BCAE70100}"/>
                    </a:ext>
                  </a:extLst>
                </p:cNvPr>
                <p:cNvSpPr txBox="1"/>
                <p:nvPr/>
              </p:nvSpPr>
              <p:spPr>
                <a:xfrm>
                  <a:off x="329178" y="2011987"/>
                  <a:ext cx="2428677" cy="20313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Data by itself doesn’t tell you much.</a:t>
                  </a:r>
                  <a:br>
                    <a:rPr lang="en-US" dirty="0"/>
                  </a:br>
                  <a:r>
                    <a:rPr lang="en-US" dirty="0"/>
                    <a:t>But when you </a:t>
                  </a:r>
                  <a:r>
                    <a:rPr lang="en-US" b="1" dirty="0"/>
                    <a:t>organize</a:t>
                  </a:r>
                  <a:r>
                    <a:rPr lang="en-US" dirty="0"/>
                    <a:t>, </a:t>
                  </a:r>
                  <a:r>
                    <a:rPr lang="en-US" b="1" dirty="0"/>
                    <a:t>analyze</a:t>
                  </a:r>
                  <a:r>
                    <a:rPr lang="en-US" dirty="0"/>
                    <a:t>, or </a:t>
                  </a:r>
                  <a:r>
                    <a:rPr lang="en-US" b="1" dirty="0"/>
                    <a:t>interpret</a:t>
                  </a:r>
                  <a:r>
                    <a:rPr lang="en-US" dirty="0"/>
                    <a:t> it, it becomes </a:t>
                  </a:r>
                  <a:r>
                    <a:rPr lang="en-US" b="1" dirty="0"/>
                    <a:t>information</a:t>
                  </a:r>
                  <a:r>
                    <a:rPr lang="en-US" dirty="0"/>
                    <a:t> or </a:t>
                  </a:r>
                  <a:r>
                    <a:rPr lang="en-US" b="1" dirty="0"/>
                    <a:t>knowledge</a:t>
                  </a:r>
                  <a:r>
                    <a:rPr lang="en-US" dirty="0"/>
                    <a:t>.</a:t>
                  </a:r>
                </a:p>
              </p:txBody>
            </p:sp>
            <p:pic>
              <p:nvPicPr>
                <p:cNvPr id="14" name="Graphic 13" descr="Server with solid fill">
                  <a:extLst>
                    <a:ext uri="{FF2B5EF4-FFF2-40B4-BE49-F238E27FC236}">
                      <a16:creationId xmlns:a16="http://schemas.microsoft.com/office/drawing/2014/main" id="{CAE339DB-20FF-0087-7CB5-EB3B3FCCF56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>
                  <a:extLs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90863" y="5824453"/>
                  <a:ext cx="914400" cy="914400"/>
                </a:xfrm>
                <a:prstGeom prst="rect">
                  <a:avLst/>
                </a:prstGeom>
              </p:spPr>
            </p:pic>
          </p:grpSp>
          <p:sp>
            <p:nvSpPr>
              <p:cNvPr id="43" name="Isosceles Triangle 42">
                <a:extLst>
                  <a:ext uri="{FF2B5EF4-FFF2-40B4-BE49-F238E27FC236}">
                    <a16:creationId xmlns:a16="http://schemas.microsoft.com/office/drawing/2014/main" id="{7FC9CAA1-DAFC-54BA-AEA3-8AA70E7E7CB5}"/>
                  </a:ext>
                </a:extLst>
              </p:cNvPr>
              <p:cNvSpPr/>
              <p:nvPr/>
            </p:nvSpPr>
            <p:spPr>
              <a:xfrm rot="5400000">
                <a:off x="2620538" y="1005973"/>
                <a:ext cx="1193800" cy="304800"/>
              </a:xfrm>
              <a:prstGeom prst="triangle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6" name="Picture 25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6D1B424B-A4FC-D8DD-ECA0-DBA132AFA59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197983" y="4225122"/>
              <a:ext cx="2470044" cy="116606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756624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35400-6E34-4E61-7554-4A65C9920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66CAB37-8274-8DD5-90EE-263ACCEE48F8}"/>
              </a:ext>
            </a:extLst>
          </p:cNvPr>
          <p:cNvSpPr txBox="1"/>
          <p:nvPr/>
        </p:nvSpPr>
        <p:spPr>
          <a:xfrm>
            <a:off x="2723923" y="2105561"/>
            <a:ext cx="6744154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600" dirty="0">
                <a:gradFill flip="none" rotWithShape="1">
                  <a:gsLst>
                    <a:gs pos="0">
                      <a:schemeClr val="accent5">
                        <a:lumMod val="40000"/>
                        <a:lumOff val="60000"/>
                      </a:schemeClr>
                    </a:gs>
                    <a:gs pos="46000">
                      <a:schemeClr val="accent5">
                        <a:lumMod val="95000"/>
                        <a:lumOff val="5000"/>
                      </a:schemeClr>
                    </a:gs>
                    <a:gs pos="100000">
                      <a:schemeClr val="accent5">
                        <a:lumMod val="60000"/>
                      </a:schemeClr>
                    </a:gs>
                  </a:gsLst>
                  <a:path path="circle">
                    <a:fillToRect l="50000" t="130000" r="50000" b="-30000"/>
                  </a:path>
                  <a:tileRect/>
                </a:gradFill>
                <a:effectLst>
                  <a:outerShdw blurRad="60007" dist="200025" dir="15000000" sy="30000" kx="-1800000" algn="bl" rotWithShape="0">
                    <a:schemeClr val="accent2">
                      <a:lumMod val="50000"/>
                      <a:alpha val="32000"/>
                    </a:schemeClr>
                  </a:outerShdw>
                </a:effectLst>
                <a:latin typeface="Bauhaus 93" panose="04030905020B02020C02" pitchFamily="82" charset="0"/>
              </a:rPr>
              <a:t>Thanks</a:t>
            </a:r>
            <a:endParaRPr lang="en-US" dirty="0">
              <a:gradFill flip="none" rotWithShape="1">
                <a:gsLst>
                  <a:gs pos="0">
                    <a:schemeClr val="accent5">
                      <a:lumMod val="40000"/>
                      <a:lumOff val="60000"/>
                    </a:schemeClr>
                  </a:gs>
                  <a:gs pos="46000">
                    <a:schemeClr val="accent5">
                      <a:lumMod val="95000"/>
                      <a:lumOff val="5000"/>
                    </a:schemeClr>
                  </a:gs>
                  <a:gs pos="100000">
                    <a:schemeClr val="accent5">
                      <a:lumMod val="60000"/>
                    </a:schemeClr>
                  </a:gs>
                </a:gsLst>
                <a:path path="circle">
                  <a:fillToRect l="50000" t="130000" r="50000" b="-30000"/>
                </a:path>
                <a:tileRect/>
              </a:gradFill>
              <a:effectLst>
                <a:outerShdw blurRad="60007" dist="200025" dir="15000000" sy="30000" kx="-1800000" algn="bl" rotWithShape="0">
                  <a:schemeClr val="accent2">
                    <a:lumMod val="50000"/>
                    <a:alpha val="32000"/>
                  </a:schemeClr>
                </a:outerShdw>
              </a:effectLst>
              <a:latin typeface="Bauhaus 93" panose="04030905020B02020C02" pitchFamily="8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815157-A4C1-B37B-998F-E66A841C7275}"/>
              </a:ext>
            </a:extLst>
          </p:cNvPr>
          <p:cNvSpPr txBox="1"/>
          <p:nvPr/>
        </p:nvSpPr>
        <p:spPr>
          <a:xfrm>
            <a:off x="3130608" y="4686617"/>
            <a:ext cx="31390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ar-EG" sz="2000" b="1" dirty="0">
                <a:gradFill flip="none" rotWithShape="1">
                  <a:gsLst>
                    <a:gs pos="0">
                      <a:schemeClr val="accent5">
                        <a:lumMod val="67000"/>
                      </a:schemeClr>
                    </a:gs>
                    <a:gs pos="48000">
                      <a:schemeClr val="accent5">
                        <a:lumMod val="97000"/>
                        <a:lumOff val="3000"/>
                      </a:schemeClr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latin typeface="Aptos ExtraBold" panose="020B0004020202020204" pitchFamily="34" charset="0"/>
              </a:rPr>
              <a:t>ابوبكر سعيد عثمان - 20241974</a:t>
            </a:r>
            <a:endParaRPr lang="en-US" sz="2000" b="1" dirty="0">
              <a:gradFill flip="none" rotWithShape="1">
                <a:gsLst>
                  <a:gs pos="0">
                    <a:schemeClr val="accent5">
                      <a:lumMod val="67000"/>
                    </a:schemeClr>
                  </a:gs>
                  <a:gs pos="48000">
                    <a:schemeClr val="accent5">
                      <a:lumMod val="97000"/>
                      <a:lumOff val="3000"/>
                    </a:schemeClr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latin typeface="Aptos ExtraBold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CCE054-461E-285E-E38F-475FD607C935}"/>
              </a:ext>
            </a:extLst>
          </p:cNvPr>
          <p:cNvSpPr txBox="1"/>
          <p:nvPr/>
        </p:nvSpPr>
        <p:spPr>
          <a:xfrm>
            <a:off x="6296360" y="4328542"/>
            <a:ext cx="30652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ar-EG" sz="2000" b="1" dirty="0">
                <a:gradFill flip="none" rotWithShape="1">
                  <a:gsLst>
                    <a:gs pos="0">
                      <a:schemeClr val="accent5">
                        <a:lumMod val="67000"/>
                      </a:schemeClr>
                    </a:gs>
                    <a:gs pos="48000">
                      <a:schemeClr val="accent5">
                        <a:lumMod val="97000"/>
                        <a:lumOff val="3000"/>
                      </a:schemeClr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latin typeface="Aptos ExtraBold" panose="020B0004020202020204" pitchFamily="34" charset="0"/>
              </a:rPr>
              <a:t>يوسف ياسر فتحي - 20241239</a:t>
            </a:r>
            <a:endParaRPr lang="en-US" sz="2000" b="1" dirty="0">
              <a:gradFill flip="none" rotWithShape="1">
                <a:gsLst>
                  <a:gs pos="0">
                    <a:schemeClr val="accent5">
                      <a:lumMod val="67000"/>
                    </a:schemeClr>
                  </a:gs>
                  <a:gs pos="48000">
                    <a:schemeClr val="accent5">
                      <a:lumMod val="97000"/>
                      <a:lumOff val="3000"/>
                    </a:schemeClr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latin typeface="Aptos ExtraBold" panose="020B00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801D2A-8508-7E9C-E4A8-EA695D8D33F4}"/>
              </a:ext>
            </a:extLst>
          </p:cNvPr>
          <p:cNvSpPr txBox="1"/>
          <p:nvPr/>
        </p:nvSpPr>
        <p:spPr>
          <a:xfrm>
            <a:off x="6207588" y="4716654"/>
            <a:ext cx="31133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ar-EG" sz="2000" b="1" dirty="0">
                <a:gradFill flip="none" rotWithShape="1">
                  <a:gsLst>
                    <a:gs pos="0">
                      <a:schemeClr val="accent5">
                        <a:lumMod val="67000"/>
                      </a:schemeClr>
                    </a:gs>
                    <a:gs pos="48000">
                      <a:schemeClr val="accent5">
                        <a:lumMod val="97000"/>
                        <a:lumOff val="3000"/>
                      </a:schemeClr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latin typeface="Aptos ExtraBold" panose="020B0004020202020204" pitchFamily="34" charset="0"/>
              </a:rPr>
              <a:t>سامر مجدي عزمي - 20241503</a:t>
            </a:r>
            <a:endParaRPr lang="en-US" sz="2000" b="1" dirty="0">
              <a:gradFill flip="none" rotWithShape="1">
                <a:gsLst>
                  <a:gs pos="0">
                    <a:schemeClr val="accent5">
                      <a:lumMod val="67000"/>
                    </a:schemeClr>
                  </a:gs>
                  <a:gs pos="48000">
                    <a:schemeClr val="accent5">
                      <a:lumMod val="97000"/>
                      <a:lumOff val="3000"/>
                    </a:schemeClr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latin typeface="Aptos ExtraBold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8D1AE2-F49B-1DBD-378C-8071EAEE91BC}"/>
              </a:ext>
            </a:extLst>
          </p:cNvPr>
          <p:cNvSpPr txBox="1"/>
          <p:nvPr/>
        </p:nvSpPr>
        <p:spPr>
          <a:xfrm>
            <a:off x="3206449" y="4328542"/>
            <a:ext cx="30364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ar-EG" sz="2000" b="1" dirty="0">
                <a:gradFill flip="none" rotWithShape="1">
                  <a:gsLst>
                    <a:gs pos="0">
                      <a:schemeClr val="accent5">
                        <a:lumMod val="67000"/>
                      </a:schemeClr>
                    </a:gs>
                    <a:gs pos="48000">
                      <a:schemeClr val="accent5">
                        <a:lumMod val="97000"/>
                        <a:lumOff val="3000"/>
                      </a:schemeClr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latin typeface="Aptos ExtraBold" panose="020B0004020202020204" pitchFamily="34" charset="0"/>
              </a:rPr>
              <a:t>مؤمن سيد عمران - 20240227</a:t>
            </a:r>
            <a:endParaRPr lang="en-US" sz="2000" b="1" dirty="0">
              <a:gradFill flip="none" rotWithShape="1">
                <a:gsLst>
                  <a:gs pos="0">
                    <a:schemeClr val="accent5">
                      <a:lumMod val="67000"/>
                    </a:schemeClr>
                  </a:gs>
                  <a:gs pos="48000">
                    <a:schemeClr val="accent5">
                      <a:lumMod val="97000"/>
                      <a:lumOff val="3000"/>
                    </a:schemeClr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latin typeface="Aptos ExtraBold" panose="020B00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BE4082-5EBB-0A2C-7ED9-55D6F0D67EA4}"/>
              </a:ext>
            </a:extLst>
          </p:cNvPr>
          <p:cNvSpPr txBox="1"/>
          <p:nvPr/>
        </p:nvSpPr>
        <p:spPr>
          <a:xfrm>
            <a:off x="4320514" y="6363007"/>
            <a:ext cx="35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 Black" panose="020B0A04020102020204" pitchFamily="34" charset="0"/>
              </a:rPr>
              <a:t>© 2025 All rights reserved 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AD7E870-B62C-0271-4C9D-4554F6CB93BA}"/>
              </a:ext>
            </a:extLst>
          </p:cNvPr>
          <p:cNvGrpSpPr/>
          <p:nvPr/>
        </p:nvGrpSpPr>
        <p:grpSpPr>
          <a:xfrm>
            <a:off x="12192000" y="0"/>
            <a:ext cx="3384040" cy="6858000"/>
            <a:chOff x="9168364" y="0"/>
            <a:chExt cx="3384040" cy="685800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42CD92D-0CD9-DF88-C92A-5C11DA288ABE}"/>
                </a:ext>
              </a:extLst>
            </p:cNvPr>
            <p:cNvGrpSpPr/>
            <p:nvPr/>
          </p:nvGrpSpPr>
          <p:grpSpPr>
            <a:xfrm>
              <a:off x="9168364" y="0"/>
              <a:ext cx="3384040" cy="6858000"/>
              <a:chOff x="4779714" y="0"/>
              <a:chExt cx="3384040" cy="6858000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87541C56-E555-4170-6EA3-8CFBBB733CCE}"/>
                  </a:ext>
                </a:extLst>
              </p:cNvPr>
              <p:cNvGrpSpPr/>
              <p:nvPr/>
            </p:nvGrpSpPr>
            <p:grpSpPr>
              <a:xfrm>
                <a:off x="4779714" y="0"/>
                <a:ext cx="3096126" cy="6858000"/>
                <a:chOff x="9095874" y="0"/>
                <a:chExt cx="3096126" cy="6858000"/>
              </a:xfrm>
            </p:grpSpPr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584A0C99-9930-9EBC-2D70-F0C4ABF90568}"/>
                    </a:ext>
                  </a:extLst>
                </p:cNvPr>
                <p:cNvSpPr/>
                <p:nvPr/>
              </p:nvSpPr>
              <p:spPr>
                <a:xfrm>
                  <a:off x="9095874" y="0"/>
                  <a:ext cx="3096126" cy="6858000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5CC6044D-1A71-B493-5597-C783DBB02C71}"/>
                    </a:ext>
                  </a:extLst>
                </p:cNvPr>
                <p:cNvSpPr txBox="1"/>
                <p:nvPr/>
              </p:nvSpPr>
              <p:spPr>
                <a:xfrm>
                  <a:off x="9669984" y="561473"/>
                  <a:ext cx="2074607" cy="101566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6000" dirty="0">
                      <a:latin typeface="Aptos ExtraBold" panose="020B0004020202020204" pitchFamily="34" charset="0"/>
                      <a:ea typeface="ADLaM Display" panose="020F0502020204030204" pitchFamily="2" charset="0"/>
                      <a:cs typeface="ADLaM Display" panose="020F0502020204030204" pitchFamily="2" charset="0"/>
                    </a:rPr>
                    <a:t>WISE</a:t>
                  </a:r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BD9DCC44-7175-43B3-7C6E-66A73ABE1D74}"/>
                    </a:ext>
                  </a:extLst>
                </p:cNvPr>
                <p:cNvSpPr txBox="1"/>
                <p:nvPr/>
              </p:nvSpPr>
              <p:spPr>
                <a:xfrm>
                  <a:off x="9492948" y="1594413"/>
                  <a:ext cx="2428677" cy="25853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It involves </a:t>
                  </a:r>
                  <a:r>
                    <a:rPr lang="en-US" b="1" dirty="0"/>
                    <a:t>experience</a:t>
                  </a:r>
                  <a:r>
                    <a:rPr lang="en-US" dirty="0"/>
                    <a:t>, </a:t>
                  </a:r>
                  <a:r>
                    <a:rPr lang="en-US" b="1" dirty="0"/>
                    <a:t>morals</a:t>
                  </a:r>
                  <a:r>
                    <a:rPr lang="en-US" dirty="0"/>
                    <a:t>, </a:t>
                  </a:r>
                  <a:r>
                    <a:rPr lang="en-US" b="1" dirty="0"/>
                    <a:t>judgment</a:t>
                  </a:r>
                  <a:r>
                    <a:rPr lang="en-US" dirty="0"/>
                    <a:t>, and </a:t>
                  </a:r>
                  <a:r>
                    <a:rPr lang="en-US" b="1" dirty="0"/>
                    <a:t>foresight</a:t>
                  </a:r>
                  <a:endParaRPr lang="en-US" dirty="0"/>
                </a:p>
                <a:p>
                  <a:r>
                    <a:rPr lang="en-US" dirty="0"/>
                    <a:t>It helps people choose the </a:t>
                  </a:r>
                  <a:r>
                    <a:rPr lang="en-US" b="1" dirty="0"/>
                    <a:t>best</a:t>
                  </a:r>
                  <a:r>
                    <a:rPr lang="en-US" dirty="0"/>
                    <a:t> action, not just a correct one</a:t>
                  </a:r>
                </a:p>
                <a:p>
                  <a:r>
                    <a:rPr lang="en-US" dirty="0"/>
                    <a:t>It is often called “knowing what truly matters”</a:t>
                  </a:r>
                </a:p>
              </p:txBody>
            </p:sp>
            <p:pic>
              <p:nvPicPr>
                <p:cNvPr id="36" name="Graphic 35" descr="Koi with solid fill">
                  <a:extLst>
                    <a:ext uri="{FF2B5EF4-FFF2-40B4-BE49-F238E27FC236}">
                      <a16:creationId xmlns:a16="http://schemas.microsoft.com/office/drawing/2014/main" id="{9A8CD53E-5255-74B8-88E6-6444E406CB0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186737" y="5824453"/>
                  <a:ext cx="914400" cy="914400"/>
                </a:xfrm>
                <a:prstGeom prst="rect">
                  <a:avLst/>
                </a:prstGeom>
              </p:spPr>
            </p:pic>
          </p:grpSp>
          <p:sp>
            <p:nvSpPr>
              <p:cNvPr id="31" name="Isosceles Triangle 30">
                <a:extLst>
                  <a:ext uri="{FF2B5EF4-FFF2-40B4-BE49-F238E27FC236}">
                    <a16:creationId xmlns:a16="http://schemas.microsoft.com/office/drawing/2014/main" id="{AC254866-D79E-225E-B280-9D66B87AAE7F}"/>
                  </a:ext>
                </a:extLst>
              </p:cNvPr>
              <p:cNvSpPr/>
              <p:nvPr/>
            </p:nvSpPr>
            <p:spPr>
              <a:xfrm rot="5400000">
                <a:off x="7383965" y="1035810"/>
                <a:ext cx="1254126" cy="305452"/>
              </a:xfrm>
              <a:prstGeom prst="triangle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3" name="Picture 22" descr="A computer screen shot of text&#10;&#10;AI-generated content may be incorrect.">
              <a:extLst>
                <a:ext uri="{FF2B5EF4-FFF2-40B4-BE49-F238E27FC236}">
                  <a16:creationId xmlns:a16="http://schemas.microsoft.com/office/drawing/2014/main" id="{4BD91347-3BA3-8F20-2C69-260A5A859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432685" y="4341564"/>
              <a:ext cx="2694182" cy="1049618"/>
            </a:xfrm>
            <a:prstGeom prst="rect">
              <a:avLst/>
            </a:prstGeom>
          </p:spPr>
        </p:pic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D642108-7489-77A2-EDFD-51998127F5F3}"/>
              </a:ext>
            </a:extLst>
          </p:cNvPr>
          <p:cNvGrpSpPr/>
          <p:nvPr/>
        </p:nvGrpSpPr>
        <p:grpSpPr>
          <a:xfrm>
            <a:off x="12194017" y="0"/>
            <a:ext cx="3382023" cy="6858000"/>
            <a:chOff x="6159649" y="0"/>
            <a:chExt cx="3382023" cy="6858000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C59E629-A622-FE7A-40DD-FC7F89DB2CF8}"/>
                </a:ext>
              </a:extLst>
            </p:cNvPr>
            <p:cNvGrpSpPr/>
            <p:nvPr/>
          </p:nvGrpSpPr>
          <p:grpSpPr>
            <a:xfrm>
              <a:off x="6159649" y="0"/>
              <a:ext cx="3382023" cy="6858000"/>
              <a:chOff x="6023810" y="0"/>
              <a:chExt cx="3382023" cy="6858000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A80C7C8C-907C-40B4-223E-97EDDAD3F2B4}"/>
                  </a:ext>
                </a:extLst>
              </p:cNvPr>
              <p:cNvGrpSpPr/>
              <p:nvPr/>
            </p:nvGrpSpPr>
            <p:grpSpPr>
              <a:xfrm>
                <a:off x="6023810" y="0"/>
                <a:ext cx="3096126" cy="6858000"/>
                <a:chOff x="6023810" y="0"/>
                <a:chExt cx="3096126" cy="6858000"/>
              </a:xfrm>
            </p:grpSpPr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31C0179D-B7BE-56C0-C60C-2B46CD14A72F}"/>
                    </a:ext>
                  </a:extLst>
                </p:cNvPr>
                <p:cNvSpPr/>
                <p:nvPr/>
              </p:nvSpPr>
              <p:spPr>
                <a:xfrm>
                  <a:off x="6023810" y="0"/>
                  <a:ext cx="3096126" cy="6858000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F5C12003-F593-FE93-75B1-284C6A224E4C}"/>
                    </a:ext>
                  </a:extLst>
                </p:cNvPr>
                <p:cNvSpPr txBox="1"/>
                <p:nvPr/>
              </p:nvSpPr>
              <p:spPr>
                <a:xfrm>
                  <a:off x="6552432" y="561473"/>
                  <a:ext cx="1981633" cy="101566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6000" dirty="0">
                      <a:latin typeface="Aptos ExtraBold" panose="020B0004020202020204" pitchFamily="34" charset="0"/>
                      <a:ea typeface="ADLaM Display" panose="020F0502020204030204" pitchFamily="2" charset="0"/>
                      <a:cs typeface="ADLaM Display" panose="020F0502020204030204" pitchFamily="2" charset="0"/>
                    </a:rPr>
                    <a:t>KNW</a:t>
                  </a:r>
                </a:p>
              </p:txBody>
            </p:sp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866FBA0B-A7C5-F5EA-B4D9-E6E20F7B9FE9}"/>
                    </a:ext>
                  </a:extLst>
                </p:cNvPr>
                <p:cNvSpPr txBox="1"/>
                <p:nvPr/>
              </p:nvSpPr>
              <p:spPr>
                <a:xfrm>
                  <a:off x="6357534" y="1577136"/>
                  <a:ext cx="2428677" cy="25853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It is gained through </a:t>
                  </a:r>
                  <a:r>
                    <a:rPr lang="en-US" b="1" dirty="0"/>
                    <a:t>learning</a:t>
                  </a:r>
                  <a:r>
                    <a:rPr lang="en-US" dirty="0"/>
                    <a:t>, </a:t>
                  </a:r>
                  <a:r>
                    <a:rPr lang="en-US" b="1" dirty="0"/>
                    <a:t>experience</a:t>
                  </a:r>
                  <a:r>
                    <a:rPr lang="en-US" dirty="0"/>
                    <a:t>, and </a:t>
                  </a:r>
                  <a:r>
                    <a:rPr lang="en-US" b="1" dirty="0"/>
                    <a:t>thinking</a:t>
                  </a:r>
                  <a:r>
                    <a:rPr lang="en-US" dirty="0"/>
                    <a:t>.</a:t>
                  </a:r>
                </a:p>
                <a:p>
                  <a:r>
                    <a:rPr lang="en-US" dirty="0"/>
                    <a:t>Knowledge helps you make </a:t>
                  </a:r>
                  <a:r>
                    <a:rPr lang="en-US" b="1" dirty="0"/>
                    <a:t>decisions</a:t>
                  </a:r>
                  <a:r>
                    <a:rPr lang="en-US" dirty="0"/>
                    <a:t> and </a:t>
                  </a:r>
                  <a:r>
                    <a:rPr lang="en-US" b="1" dirty="0"/>
                    <a:t>solve problems</a:t>
                  </a:r>
                  <a:r>
                    <a:rPr lang="en-US" dirty="0"/>
                    <a:t>.</a:t>
                  </a:r>
                </a:p>
                <a:p>
                  <a:r>
                    <a:rPr lang="en-US" dirty="0"/>
                    <a:t>It is more </a:t>
                  </a:r>
                  <a:r>
                    <a:rPr lang="en-US" b="1" dirty="0"/>
                    <a:t>deep</a:t>
                  </a:r>
                  <a:r>
                    <a:rPr lang="en-US" dirty="0"/>
                    <a:t> and </a:t>
                  </a:r>
                  <a:r>
                    <a:rPr lang="en-US" b="1" dirty="0"/>
                    <a:t>applied</a:t>
                  </a:r>
                  <a:r>
                    <a:rPr lang="en-US" dirty="0"/>
                    <a:t> than information.</a:t>
                  </a:r>
                </a:p>
              </p:txBody>
            </p:sp>
            <p:pic>
              <p:nvPicPr>
                <p:cNvPr id="51" name="Graphic 50" descr="Brain in head with solid fill">
                  <a:extLst>
                    <a:ext uri="{FF2B5EF4-FFF2-40B4-BE49-F238E27FC236}">
                      <a16:creationId xmlns:a16="http://schemas.microsoft.com/office/drawing/2014/main" id="{A71AF250-8F10-0590-1CC5-B821E49BD7A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086152" y="5824453"/>
                  <a:ext cx="914400" cy="914400"/>
                </a:xfrm>
                <a:prstGeom prst="rect">
                  <a:avLst/>
                </a:prstGeom>
              </p:spPr>
            </p:pic>
          </p:grpSp>
          <p:sp>
            <p:nvSpPr>
              <p:cNvPr id="41" name="Isosceles Triangle 40">
                <a:extLst>
                  <a:ext uri="{FF2B5EF4-FFF2-40B4-BE49-F238E27FC236}">
                    <a16:creationId xmlns:a16="http://schemas.microsoft.com/office/drawing/2014/main" id="{22542966-6CD2-041B-C251-9DDB81223664}"/>
                  </a:ext>
                </a:extLst>
              </p:cNvPr>
              <p:cNvSpPr/>
              <p:nvPr/>
            </p:nvSpPr>
            <p:spPr>
              <a:xfrm rot="5400000">
                <a:off x="8656533" y="1005973"/>
                <a:ext cx="1193800" cy="304800"/>
              </a:xfrm>
              <a:prstGeom prst="triangle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39" name="Picture 38" descr="A computer screen shot of a program code&#10;&#10;AI-generated content may be incorrect.">
              <a:extLst>
                <a:ext uri="{FF2B5EF4-FFF2-40B4-BE49-F238E27FC236}">
                  <a16:creationId xmlns:a16="http://schemas.microsoft.com/office/drawing/2014/main" id="{DC075D9D-A1B8-04F1-2041-262CDDD1BAC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344104" y="4304466"/>
              <a:ext cx="2720294" cy="1086716"/>
            </a:xfrm>
            <a:prstGeom prst="rect">
              <a:avLst/>
            </a:prstGeom>
          </p:spPr>
        </p:pic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49AD890C-4F83-D72B-AC4B-6764ABB6741F}"/>
              </a:ext>
            </a:extLst>
          </p:cNvPr>
          <p:cNvGrpSpPr/>
          <p:nvPr/>
        </p:nvGrpSpPr>
        <p:grpSpPr>
          <a:xfrm>
            <a:off x="12184633" y="0"/>
            <a:ext cx="3391407" cy="6858000"/>
            <a:chOff x="3070373" y="0"/>
            <a:chExt cx="3391407" cy="6858000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CD71E64C-81A0-EADC-1054-D019DB0AF20C}"/>
                </a:ext>
              </a:extLst>
            </p:cNvPr>
            <p:cNvGrpSpPr/>
            <p:nvPr/>
          </p:nvGrpSpPr>
          <p:grpSpPr>
            <a:xfrm>
              <a:off x="3070373" y="0"/>
              <a:ext cx="3391407" cy="6858000"/>
              <a:chOff x="3011905" y="0"/>
              <a:chExt cx="3391407" cy="6858000"/>
            </a:xfrm>
          </p:grpSpPr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932EE16D-F068-42E5-9324-C5B04FF5361C}"/>
                  </a:ext>
                </a:extLst>
              </p:cNvPr>
              <p:cNvGrpSpPr/>
              <p:nvPr/>
            </p:nvGrpSpPr>
            <p:grpSpPr>
              <a:xfrm>
                <a:off x="3011905" y="0"/>
                <a:ext cx="3096126" cy="6858000"/>
                <a:chOff x="3011905" y="0"/>
                <a:chExt cx="3096126" cy="6858000"/>
              </a:xfrm>
            </p:grpSpPr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70009085-00B5-BFAA-B5E9-2E2FDEF57B9D}"/>
                    </a:ext>
                  </a:extLst>
                </p:cNvPr>
                <p:cNvSpPr/>
                <p:nvPr/>
              </p:nvSpPr>
              <p:spPr>
                <a:xfrm>
                  <a:off x="3011905" y="0"/>
                  <a:ext cx="3096126" cy="68580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A200FE95-443D-F94E-2A46-49CB768EE344}"/>
                    </a:ext>
                  </a:extLst>
                </p:cNvPr>
                <p:cNvSpPr txBox="1"/>
                <p:nvPr/>
              </p:nvSpPr>
              <p:spPr>
                <a:xfrm>
                  <a:off x="3552288" y="561473"/>
                  <a:ext cx="1963423" cy="101566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6000" dirty="0">
                      <a:latin typeface="Aptos ExtraBold" panose="020B0004020202020204" pitchFamily="34" charset="0"/>
                      <a:ea typeface="ADLaM Display" panose="020F0502020204030204" pitchFamily="2" charset="0"/>
                      <a:cs typeface="ADLaM Display" panose="020F0502020204030204" pitchFamily="2" charset="0"/>
                    </a:rPr>
                    <a:t>INFO</a:t>
                  </a:r>
                </a:p>
              </p:txBody>
            </p:sp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BF02362E-2103-0FF9-F6BE-E2F92A8EA935}"/>
                    </a:ext>
                  </a:extLst>
                </p:cNvPr>
                <p:cNvSpPr txBox="1"/>
                <p:nvPr/>
              </p:nvSpPr>
              <p:spPr>
                <a:xfrm>
                  <a:off x="3342961" y="1577136"/>
                  <a:ext cx="2428677" cy="20313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Information helps in </a:t>
                  </a:r>
                  <a:r>
                    <a:rPr lang="en-US" b="1" dirty="0"/>
                    <a:t>decision-making</a:t>
                  </a:r>
                  <a:r>
                    <a:rPr lang="en-US" dirty="0"/>
                    <a:t>.</a:t>
                  </a:r>
                </a:p>
                <a:p>
                  <a:r>
                    <a:rPr lang="en-US" dirty="0"/>
                    <a:t>Information is created when data is </a:t>
                  </a:r>
                  <a:r>
                    <a:rPr lang="en-US" b="1" dirty="0"/>
                    <a:t>analyzed</a:t>
                  </a:r>
                  <a:r>
                    <a:rPr lang="en-US" dirty="0"/>
                    <a:t>, </a:t>
                  </a:r>
                  <a:r>
                    <a:rPr lang="en-US" b="1" dirty="0"/>
                    <a:t>classified</a:t>
                  </a:r>
                  <a:r>
                    <a:rPr lang="en-US" dirty="0"/>
                    <a:t>, </a:t>
                  </a:r>
                  <a:r>
                    <a:rPr lang="en-US" b="1" dirty="0"/>
                    <a:t>organized</a:t>
                  </a:r>
                  <a:r>
                    <a:rPr lang="en-US" dirty="0"/>
                    <a:t>, or </a:t>
                  </a:r>
                  <a:r>
                    <a:rPr lang="en-US" b="1" dirty="0"/>
                    <a:t>summarized</a:t>
                  </a:r>
                  <a:r>
                    <a:rPr lang="en-US" dirty="0"/>
                    <a:t>.</a:t>
                  </a:r>
                </a:p>
              </p:txBody>
            </p:sp>
            <p:pic>
              <p:nvPicPr>
                <p:cNvPr id="62" name="Graphic 61" descr="Pie chart with solid fill">
                  <a:extLst>
                    <a:ext uri="{FF2B5EF4-FFF2-40B4-BE49-F238E27FC236}">
                      <a16:creationId xmlns:a16="http://schemas.microsoft.com/office/drawing/2014/main" id="{2B1D57A5-CD6B-8729-6948-46E9F10436D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96DAC541-7B7A-43D3-8B79-37D633B846F1}">
                      <asvg:svgBlip xmlns:asvg="http://schemas.microsoft.com/office/drawing/2016/SVG/main" r:embed="rId9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076799" y="5824453"/>
                  <a:ext cx="914400" cy="914400"/>
                </a:xfrm>
                <a:prstGeom prst="rect">
                  <a:avLst/>
                </a:prstGeom>
              </p:spPr>
            </p:pic>
          </p:grpSp>
          <p:sp>
            <p:nvSpPr>
              <p:cNvPr id="58" name="Isosceles Triangle 57">
                <a:extLst>
                  <a:ext uri="{FF2B5EF4-FFF2-40B4-BE49-F238E27FC236}">
                    <a16:creationId xmlns:a16="http://schemas.microsoft.com/office/drawing/2014/main" id="{31338049-7E32-2301-26ED-D3C617240D2E}"/>
                  </a:ext>
                </a:extLst>
              </p:cNvPr>
              <p:cNvSpPr/>
              <p:nvPr/>
            </p:nvSpPr>
            <p:spPr>
              <a:xfrm rot="5400000">
                <a:off x="5654012" y="1005973"/>
                <a:ext cx="1193800" cy="304800"/>
              </a:xfrm>
              <a:prstGeom prst="triangle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56" name="Picture 55" descr="A screen shot of a computer program&#10;&#10;AI-generated content may be incorrect.">
              <a:extLst>
                <a:ext uri="{FF2B5EF4-FFF2-40B4-BE49-F238E27FC236}">
                  <a16:creationId xmlns:a16="http://schemas.microsoft.com/office/drawing/2014/main" id="{6069BEDD-54EC-D5FC-B428-12E72C35B9D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297209" y="4162459"/>
              <a:ext cx="2654508" cy="1066798"/>
            </a:xfrm>
            <a:prstGeom prst="rect">
              <a:avLst/>
            </a:prstGeom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B55B127-E135-3841-CB69-8E3B1E95CA15}"/>
              </a:ext>
            </a:extLst>
          </p:cNvPr>
          <p:cNvGrpSpPr/>
          <p:nvPr/>
        </p:nvGrpSpPr>
        <p:grpSpPr>
          <a:xfrm>
            <a:off x="12206202" y="0"/>
            <a:ext cx="3369838" cy="6858000"/>
            <a:chOff x="0" y="0"/>
            <a:chExt cx="3369838" cy="6858000"/>
          </a:xfrm>
        </p:grpSpPr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0D6E3142-8A2F-49E3-97D4-56D799F53454}"/>
                </a:ext>
              </a:extLst>
            </p:cNvPr>
            <p:cNvGrpSpPr/>
            <p:nvPr/>
          </p:nvGrpSpPr>
          <p:grpSpPr>
            <a:xfrm>
              <a:off x="0" y="0"/>
              <a:ext cx="3369838" cy="6858000"/>
              <a:chOff x="0" y="0"/>
              <a:chExt cx="3369838" cy="6858000"/>
            </a:xfrm>
          </p:grpSpPr>
          <p:grpSp>
            <p:nvGrpSpPr>
              <p:cNvPr id="66" name="Group 65">
                <a:extLst>
                  <a:ext uri="{FF2B5EF4-FFF2-40B4-BE49-F238E27FC236}">
                    <a16:creationId xmlns:a16="http://schemas.microsoft.com/office/drawing/2014/main" id="{F7964F68-8DE4-21CE-6A8A-C0B60C90A18A}"/>
                  </a:ext>
                </a:extLst>
              </p:cNvPr>
              <p:cNvGrpSpPr/>
              <p:nvPr/>
            </p:nvGrpSpPr>
            <p:grpSpPr>
              <a:xfrm>
                <a:off x="0" y="0"/>
                <a:ext cx="3096126" cy="6858000"/>
                <a:chOff x="0" y="0"/>
                <a:chExt cx="3096126" cy="6858000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7D89E5C8-15BF-B1EC-7000-36988BC28CEC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3096126" cy="6858000"/>
                </a:xfrm>
                <a:prstGeom prst="rect">
                  <a:avLst/>
                </a:prstGeom>
                <a:solidFill>
                  <a:schemeClr val="accent5">
                    <a:lumMod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F1AD320C-4E3C-D4A4-BE93-EAAC2D7EB0B4}"/>
                    </a:ext>
                  </a:extLst>
                </p:cNvPr>
                <p:cNvSpPr txBox="1"/>
                <p:nvPr/>
              </p:nvSpPr>
              <p:spPr>
                <a:xfrm>
                  <a:off x="540383" y="561473"/>
                  <a:ext cx="2015360" cy="101566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6000" dirty="0">
                      <a:latin typeface="Aptos ExtraBold" panose="020B0004020202020204" pitchFamily="34" charset="0"/>
                      <a:ea typeface="ADLaM Display" panose="020F0502020204030204" pitchFamily="2" charset="0"/>
                      <a:cs typeface="ADLaM Display" panose="020F0502020204030204" pitchFamily="2" charset="0"/>
                    </a:rPr>
                    <a:t>DATA</a:t>
                  </a:r>
                </a:p>
              </p:txBody>
            </p:sp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C852EA76-B86F-D102-1F0E-45DE1EC8F56B}"/>
                    </a:ext>
                  </a:extLst>
                </p:cNvPr>
                <p:cNvSpPr txBox="1"/>
                <p:nvPr/>
              </p:nvSpPr>
              <p:spPr>
                <a:xfrm>
                  <a:off x="329178" y="2011987"/>
                  <a:ext cx="2428677" cy="20313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Data by itself doesn’t tell you much.</a:t>
                  </a:r>
                  <a:br>
                    <a:rPr lang="en-US" dirty="0"/>
                  </a:br>
                  <a:r>
                    <a:rPr lang="en-US" dirty="0"/>
                    <a:t>But when you </a:t>
                  </a:r>
                  <a:r>
                    <a:rPr lang="en-US" b="1" dirty="0"/>
                    <a:t>organize</a:t>
                  </a:r>
                  <a:r>
                    <a:rPr lang="en-US" dirty="0"/>
                    <a:t>, </a:t>
                  </a:r>
                  <a:r>
                    <a:rPr lang="en-US" b="1" dirty="0"/>
                    <a:t>analyze</a:t>
                  </a:r>
                  <a:r>
                    <a:rPr lang="en-US" dirty="0"/>
                    <a:t>, or </a:t>
                  </a:r>
                  <a:r>
                    <a:rPr lang="en-US" b="1" dirty="0"/>
                    <a:t>interpret</a:t>
                  </a:r>
                  <a:r>
                    <a:rPr lang="en-US" dirty="0"/>
                    <a:t> it, it becomes </a:t>
                  </a:r>
                  <a:r>
                    <a:rPr lang="en-US" b="1" dirty="0"/>
                    <a:t>information</a:t>
                  </a:r>
                  <a:r>
                    <a:rPr lang="en-US" dirty="0"/>
                    <a:t> or </a:t>
                  </a:r>
                  <a:r>
                    <a:rPr lang="en-US" b="1" dirty="0"/>
                    <a:t>knowledge</a:t>
                  </a:r>
                  <a:r>
                    <a:rPr lang="en-US" dirty="0"/>
                    <a:t>.</a:t>
                  </a:r>
                </a:p>
              </p:txBody>
            </p:sp>
            <p:pic>
              <p:nvPicPr>
                <p:cNvPr id="71" name="Graphic 70" descr="Server with solid fill">
                  <a:extLst>
                    <a:ext uri="{FF2B5EF4-FFF2-40B4-BE49-F238E27FC236}">
                      <a16:creationId xmlns:a16="http://schemas.microsoft.com/office/drawing/2014/main" id="{DE35801D-DCE3-AF92-610F-65918548B8B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>
                  <a:extLs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90863" y="5824453"/>
                  <a:ext cx="914400" cy="914400"/>
                </a:xfrm>
                <a:prstGeom prst="rect">
                  <a:avLst/>
                </a:prstGeom>
              </p:spPr>
            </p:pic>
          </p:grpSp>
          <p:sp>
            <p:nvSpPr>
              <p:cNvPr id="67" name="Isosceles Triangle 66">
                <a:extLst>
                  <a:ext uri="{FF2B5EF4-FFF2-40B4-BE49-F238E27FC236}">
                    <a16:creationId xmlns:a16="http://schemas.microsoft.com/office/drawing/2014/main" id="{42F4FEF3-D1A1-3922-7757-AA6BC89D6381}"/>
                  </a:ext>
                </a:extLst>
              </p:cNvPr>
              <p:cNvSpPr/>
              <p:nvPr/>
            </p:nvSpPr>
            <p:spPr>
              <a:xfrm rot="5400000">
                <a:off x="2620538" y="1005973"/>
                <a:ext cx="1193800" cy="304800"/>
              </a:xfrm>
              <a:prstGeom prst="triangle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5" name="Picture 64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EC0996AF-BCB5-48E5-E0BF-9E8B89408A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197983" y="4225122"/>
              <a:ext cx="2470044" cy="116606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898249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</TotalTime>
  <Words>976</Words>
  <Application>Microsoft Office PowerPoint</Application>
  <PresentationFormat>Widescreen</PresentationFormat>
  <Paragraphs>163</Paragraphs>
  <Slides>19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Aptos</vt:lpstr>
      <vt:lpstr>Aptos Display</vt:lpstr>
      <vt:lpstr>Aptos ExtraBold</vt:lpstr>
      <vt:lpstr>Arial</vt:lpstr>
      <vt:lpstr>Arial Black</vt:lpstr>
      <vt:lpstr>Bauhaus 93</vt:lpstr>
      <vt:lpstr>Calibri</vt:lpstr>
      <vt:lpstr>Office Theme</vt:lpstr>
      <vt:lpstr>PowerPoint Presentation</vt:lpstr>
      <vt:lpstr>Supermarket Sales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Branches</vt:lpstr>
      <vt:lpstr>Branches</vt:lpstr>
      <vt:lpstr>Male Member Excel in every Branch</vt:lpstr>
      <vt:lpstr>Male Member Excel in every Branch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20241974</dc:creator>
  <cp:lastModifiedBy>20241974</cp:lastModifiedBy>
  <cp:revision>22</cp:revision>
  <dcterms:created xsi:type="dcterms:W3CDTF">2025-11-28T11:10:44Z</dcterms:created>
  <dcterms:modified xsi:type="dcterms:W3CDTF">2025-12-15T07:18:20Z</dcterms:modified>
</cp:coreProperties>
</file>